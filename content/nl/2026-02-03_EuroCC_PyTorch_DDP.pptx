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1" r:id="rId1"/>
  </p:sldMasterIdLst>
  <p:notesMasterIdLst>
    <p:notesMasterId r:id="rId45"/>
  </p:notesMasterIdLst>
  <p:sldIdLst>
    <p:sldId id="314" r:id="rId2"/>
    <p:sldId id="550" r:id="rId3"/>
    <p:sldId id="548" r:id="rId4"/>
    <p:sldId id="502" r:id="rId5"/>
    <p:sldId id="462" r:id="rId6"/>
    <p:sldId id="536" r:id="rId7"/>
    <p:sldId id="503" r:id="rId8"/>
    <p:sldId id="430" r:id="rId9"/>
    <p:sldId id="463" r:id="rId10"/>
    <p:sldId id="464" r:id="rId11"/>
    <p:sldId id="465" r:id="rId12"/>
    <p:sldId id="514" r:id="rId13"/>
    <p:sldId id="546" r:id="rId14"/>
    <p:sldId id="479" r:id="rId15"/>
    <p:sldId id="489" r:id="rId16"/>
    <p:sldId id="490" r:id="rId17"/>
    <p:sldId id="518" r:id="rId18"/>
    <p:sldId id="517" r:id="rId19"/>
    <p:sldId id="521" r:id="rId20"/>
    <p:sldId id="519" r:id="rId21"/>
    <p:sldId id="520" r:id="rId22"/>
    <p:sldId id="537" r:id="rId23"/>
    <p:sldId id="524" r:id="rId24"/>
    <p:sldId id="527" r:id="rId25"/>
    <p:sldId id="523" r:id="rId26"/>
    <p:sldId id="526" r:id="rId27"/>
    <p:sldId id="525" r:id="rId28"/>
    <p:sldId id="528" r:id="rId29"/>
    <p:sldId id="529" r:id="rId30"/>
    <p:sldId id="530" r:id="rId31"/>
    <p:sldId id="531" r:id="rId32"/>
    <p:sldId id="532" r:id="rId33"/>
    <p:sldId id="534" r:id="rId34"/>
    <p:sldId id="535" r:id="rId35"/>
    <p:sldId id="533" r:id="rId36"/>
    <p:sldId id="551" r:id="rId37"/>
    <p:sldId id="538" r:id="rId38"/>
    <p:sldId id="539" r:id="rId39"/>
    <p:sldId id="540" r:id="rId40"/>
    <p:sldId id="541" r:id="rId41"/>
    <p:sldId id="547" r:id="rId42"/>
    <p:sldId id="549" r:id="rId43"/>
    <p:sldId id="542" r:id="rId44"/>
  </p:sldIdLst>
  <p:sldSz cx="12192000" cy="6858000"/>
  <p:notesSz cx="6858000" cy="9144000"/>
  <p:defaultTextStyle>
    <a:defPPr>
      <a:defRPr lang="en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303" autoAdjust="0"/>
    <p:restoredTop sz="94660"/>
  </p:normalViewPr>
  <p:slideViewPr>
    <p:cSldViewPr snapToGrid="0">
      <p:cViewPr varScale="1">
        <p:scale>
          <a:sx n="75" d="100"/>
          <a:sy n="75" d="100"/>
        </p:scale>
        <p:origin x="931" y="48"/>
      </p:cViewPr>
      <p:guideLst/>
    </p:cSldViewPr>
  </p:slideViewPr>
  <p:notesTextViewPr>
    <p:cViewPr>
      <p:scale>
        <a:sx n="75" d="100"/>
        <a:sy n="75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presProps" Target="pres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D9E301C-B518-4A99-80B5-8004CB30009A}" type="datetimeFigureOut">
              <a:rPr lang="en-NL" smtClean="0"/>
              <a:t>03/03/2025</a:t>
            </a:fld>
            <a:endParaRPr lang="en-N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N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N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11EDB-57D6-4007-99DC-0F471263F1E1}" type="slidenum">
              <a:rPr lang="en-NL" smtClean="0"/>
              <a:t>‹#›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639222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44D7F65-5299-4383-99A9-3EF851E1080D}" type="slidenum">
              <a:rPr kumimoji="0" lang="nl-NL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nl-NL" sz="1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82374062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11EDB-57D6-4007-99DC-0F471263F1E1}" type="slidenum">
              <a:rPr lang="en-NL" smtClean="0"/>
              <a:t>7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41538171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N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11EDB-57D6-4007-99DC-0F471263F1E1}" type="slidenum">
              <a:rPr lang="en-NL" smtClean="0"/>
              <a:t>16</a:t>
            </a:fld>
            <a:endParaRPr lang="en-NL"/>
          </a:p>
        </p:txBody>
      </p:sp>
    </p:spTree>
    <p:extLst>
      <p:ext uri="{BB962C8B-B14F-4D97-AF65-F5344CB8AC3E}">
        <p14:creationId xmlns:p14="http://schemas.microsoft.com/office/powerpoint/2010/main" val="283118220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0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wmf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elbla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8C867F64-C16A-4958-8FCE-A2FB9753FA85}" type="datetime1">
              <a:rPr lang="nl-NL" smtClean="0"/>
              <a:t>3-3-2025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432772" y="-885712"/>
            <a:ext cx="132649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Titelblad</a:t>
            </a:r>
          </a:p>
        </p:txBody>
      </p:sp>
      <p:grpSp>
        <p:nvGrpSpPr>
          <p:cNvPr id="60" name="Groep 59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86" name="wolk">
            <a:extLst>
              <a:ext uri="{FF2B5EF4-FFF2-40B4-BE49-F238E27FC236}">
                <a16:creationId xmlns:a16="http://schemas.microsoft.com/office/drawing/2014/main" id="{7BD14135-453A-4E43-96D6-867167DD967F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5556741" cy="2645107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nl-NL" noProof="0" dirty="0"/>
              <a:t>Plaats hier de titel van de presentatie</a:t>
            </a:r>
            <a:endParaRPr lang="en-US" dirty="0"/>
          </a:p>
        </p:txBody>
      </p:sp>
      <p:sp>
        <p:nvSpPr>
          <p:cNvPr id="87" name="tekst">
            <a:extLst>
              <a:ext uri="{FF2B5EF4-FFF2-40B4-BE49-F238E27FC236}">
                <a16:creationId xmlns:a16="http://schemas.microsoft.com/office/drawing/2014/main" id="{95CEE5E6-3AA7-411A-9A5D-B22740BCD27D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1013091" y="2183753"/>
            <a:ext cx="4875645" cy="974116"/>
          </a:xfrm>
        </p:spPr>
        <p:txBody>
          <a:bodyPr lIns="324000" rIns="252000" anchor="t"/>
          <a:lstStyle>
            <a:lvl1pPr marL="0" indent="0" algn="l">
              <a:lnSpc>
                <a:spcPct val="90000"/>
              </a:lnSpc>
              <a:spcBef>
                <a:spcPts val="100"/>
              </a:spcBef>
              <a:spcAft>
                <a:spcPts val="100"/>
              </a:spcAft>
              <a:buNone/>
              <a:defRPr sz="1800" b="0" cap="none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 dirty="0"/>
              <a:t>Plaats hier de naam van </a:t>
            </a:r>
            <a:br>
              <a:rPr lang="nl-NL" dirty="0"/>
            </a:br>
            <a:r>
              <a:rPr lang="nl-NL" dirty="0"/>
              <a:t>De spreker óf subtitel</a:t>
            </a:r>
            <a:endParaRPr lang="en-US" dirty="0"/>
          </a:p>
        </p:txBody>
      </p: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4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04" name="Tijdelijke aanduiding voor tekst 103">
            <a:extLst>
              <a:ext uri="{FF2B5EF4-FFF2-40B4-BE49-F238E27FC236}">
                <a16:creationId xmlns:a16="http://schemas.microsoft.com/office/drawing/2014/main" id="{C95E6A41-0DB4-405A-B296-ED86636C627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6" name="Tijdelijke aanduiding voor dianummer 5">
            <a:extLst>
              <a:ext uri="{FF2B5EF4-FFF2-40B4-BE49-F238E27FC236}">
                <a16:creationId xmlns:a16="http://schemas.microsoft.com/office/drawing/2014/main" id="{D6A528FE-D3FB-4684-8AA2-43392FC203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65545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282E6B19-C172-4760-8A97-D66BFBC0201A}" type="datetime1">
              <a:rPr lang="nl-NL" smtClean="0"/>
              <a:t>3-3-2025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 tIns="72000"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06470" y="0"/>
            <a:ext cx="1480516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77CA6B8A-BEB2-49FD-AE28-FD44272268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699512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DIA (100%)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8" name="Rechthoek 27">
              <a:extLst>
                <a:ext uri="{FF2B5EF4-FFF2-40B4-BE49-F238E27FC236}">
                  <a16:creationId xmlns:a16="http://schemas.microsoft.com/office/drawing/2014/main" id="{A3AEE279-B9C9-47AF-B390-560A26DDE35A}"/>
                </a:ext>
              </a:extLst>
            </p:cNvPr>
            <p:cNvSpPr/>
            <p:nvPr userDrawn="1"/>
          </p:nvSpPr>
          <p:spPr>
            <a:xfrm>
              <a:off x="485712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4B9DCFDA-5821-4714-A7A4-43465064099D}" type="datetime1">
              <a:rPr lang="nl-NL" smtClean="0"/>
              <a:t>3-3-2025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8" y="1400483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035995" y="-885712"/>
            <a:ext cx="212004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DIA (100%)</a:t>
            </a:r>
          </a:p>
        </p:txBody>
      </p:sp>
      <p:sp>
        <p:nvSpPr>
          <p:cNvPr id="26" name="tekst">
            <a:extLst>
              <a:ext uri="{FF2B5EF4-FFF2-40B4-BE49-F238E27FC236}">
                <a16:creationId xmlns:a16="http://schemas.microsoft.com/office/drawing/2014/main" id="{B8C88FFE-EF7A-4AB4-BA5A-008DBDC15DA4}"/>
              </a:ext>
            </a:extLst>
          </p:cNvPr>
          <p:cNvSpPr>
            <a:spLocks noGrp="1"/>
          </p:cNvSpPr>
          <p:nvPr>
            <p:ph type="body" orient="vert" idx="66" hasCustomPrompt="1"/>
          </p:nvPr>
        </p:nvSpPr>
        <p:spPr>
          <a:xfrm>
            <a:off x="5156423" y="1385957"/>
            <a:ext cx="4320000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29" name="Tijdelijke aanduiding voor dianummer 5">
            <a:extLst>
              <a:ext uri="{FF2B5EF4-FFF2-40B4-BE49-F238E27FC236}">
                <a16:creationId xmlns:a16="http://schemas.microsoft.com/office/drawing/2014/main" id="{E8C4C3C6-686A-490D-B361-C02FAC648B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30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02835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(50% 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4" name="GRID" hidden="1">
            <a:extLst>
              <a:ext uri="{FF2B5EF4-FFF2-40B4-BE49-F238E27FC236}">
                <a16:creationId xmlns:a16="http://schemas.microsoft.com/office/drawing/2014/main" id="{C2A45CA0-1358-48B6-9E48-303D89490780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94FEA51A-4C32-44E3-AC61-EDC99F0769A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03EE3AEF-44B8-4223-9C77-0E2127CED24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D5E7D763-288B-488C-9031-77784358A6A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642B446A-0298-4E14-8348-7FA75F33B88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7EE50644-4155-4D50-A90D-5C7D37B4F735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0A4B7EEE-2920-40A2-8623-02C666C7EA13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B6ADDAAD-37B7-4932-8284-8CA1B65A834F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9E67493A-5BA0-4DF1-9B84-F8F83E520824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B88026CC-8DA0-48DB-940A-DB85A4CA706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6BD45FED-6518-48FC-8244-888D5D4D1A4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1DD2445-94EA-4A3A-97C8-776EC4562D4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6" name="Rechthoek 125">
              <a:extLst>
                <a:ext uri="{FF2B5EF4-FFF2-40B4-BE49-F238E27FC236}">
                  <a16:creationId xmlns:a16="http://schemas.microsoft.com/office/drawing/2014/main" id="{6407C404-EE88-46C2-9A32-2ECE9764CA7E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129" name="Onder balkje">
            <a:extLst>
              <a:ext uri="{FF2B5EF4-FFF2-40B4-BE49-F238E27FC236}">
                <a16:creationId xmlns:a16="http://schemas.microsoft.com/office/drawing/2014/main" id="{93B821B0-D9C3-453C-B3CB-E51133442ABC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98BFDA63-73B4-4601-904F-E0AB02FDFF7A}" type="datetime1">
              <a:rPr lang="nl-NL" smtClean="0"/>
              <a:t>3-3-2025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17" name="foto">
            <a:extLst>
              <a:ext uri="{FF2B5EF4-FFF2-40B4-BE49-F238E27FC236}">
                <a16:creationId xmlns:a16="http://schemas.microsoft.com/office/drawing/2014/main" id="{9A29AFAD-46EE-42D3-AE33-64CC662FC00A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6227400" y="259477"/>
            <a:ext cx="6078361" cy="652646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542470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133" y="1396613"/>
            <a:ext cx="5424706" cy="4469349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24023" y="-885712"/>
            <a:ext cx="2943985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(50% / 50%)</a:t>
            </a:r>
          </a:p>
        </p:txBody>
      </p:sp>
      <p:grpSp>
        <p:nvGrpSpPr>
          <p:cNvPr id="53" name="Instructies">
            <a:extLst>
              <a:ext uri="{FF2B5EF4-FFF2-40B4-BE49-F238E27FC236}">
                <a16:creationId xmlns:a16="http://schemas.microsoft.com/office/drawing/2014/main" id="{C78CB953-7AC8-4C76-B70C-B4341CD578B5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0FB13C0E-6A45-4CF7-BCAD-A3EC4D99032E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04CCC6A4-C9F1-4CE6-AAB0-80DE7C432FD0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EB98EA50-0E55-4EF6-9D8A-22E4C2F79E6E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E1E749AA-9B45-4626-997F-C6A50B3336F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7DE5A2AA-47EC-4F72-AC73-252B98993AE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40E7DD23-B1EA-431E-8035-49D0FA5A5D6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00ADC6F2-9DE9-4F3D-88AA-320CE87CAAC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A8ED3291-7B27-4A9E-AE75-A9ACCCD14380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B9FE3F69-5FAB-4125-95D0-A7E0A4705BB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E2183DEB-B1D6-420A-9354-8654B3BB1E5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FE584A5F-B34E-4097-A334-481ADD3A62F9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A3F08D64-D2AA-4B6A-A387-AA09167ED07B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18D986A8-CB40-4204-937C-6A99FA00BE7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5ACBC428-979F-4629-803C-60FDD89EED63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39FA060-8121-444D-B1DD-41ADE514D4B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B41C59E9-59CF-4C4F-9A8E-332A5A153A52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EB64E5A9-5FFF-4648-BDA6-6E70CB029A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6B52F795-A2D6-413B-A960-974B6C3A255A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6211734C-E4D3-4D01-AD62-B89EB4A1092D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572D796F-777F-40DF-AB4C-E8D4CBC7C90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E0022A5A-85B0-404F-9D56-18E15B4DDF3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0B1847A9-5ADF-47B1-8440-C70FA57AEE60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654E7969-88DA-4944-BD2A-C67BC76107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F0500D62-2CBC-4B9D-B7C1-4D2EFE886FDA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E27C1EFD-A001-40F3-BB88-8B1B466EB22A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6C69BAB4-F22C-4CBA-9DA0-C0FFE82D8EB6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EF6FDC64-FE1C-43FB-81E6-40A12F849DD0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00221C3E-710E-4CBF-889E-F773F2F82C7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DDBEB7FD-E8F8-4E65-A647-486E503576D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322E8E44-6361-4245-9863-9D6242A1BB1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6C9BEC24-B376-4095-AC04-119A469E65FD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9F75C778-B918-402E-A7BB-51305D6F3556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24F6F8B5-7969-4AC5-9426-510AA67C693B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464895BF-576C-4006-8C7C-D23C77699A07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B049A9F4-D7A4-4D5A-9718-D3F1A55694C2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9DDB06FF-C555-437D-AC8B-66B9621EF663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F068C0F7-C62E-4EEC-9E5E-49FC70864524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A679EF66-67EB-4C52-AF2A-7AB6B5D8A50E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ABD34FAB-9D32-4FD0-8ABE-B5E3394DE2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4C2B9AFA-5979-4269-AB90-EAC548E800FB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66B5580D-B116-43F0-8EC8-0F2E3209DAB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8F788CA4-CF7C-4B1C-A39F-E5653B491DDD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47BE0BC2-87FD-4161-8BF7-A868E119CE6B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3EB9547E-B291-4198-81C5-F22D774BDB56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BC8FEB4-9920-4082-9E4C-0E65648BFDAF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88316C1A-8330-4913-B669-729975C06AE0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518C41E3-ED28-402C-9A72-9A60A0EF81BE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E706970C-15CD-48A7-9A59-4A1E414DA893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4FCAE65E-DC79-40B6-B4C5-80F5335565E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3F0B40DA-4E24-4FC7-B312-EB73D4B3C8B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7249057B-B5AA-4B3D-A7DF-7FEAE2CA1F29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022141BE-B3AA-42ED-B672-F0BF1A0C45B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27C4DEA3-8AEE-46B2-912B-2E3D83752D91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75B3DE1-78D6-4445-9B8B-4D9AAD358998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953D29B4-26F3-4FE9-93B7-94D3B279E0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C4DC1EB7-6BDA-4EAE-AF9D-A6C36D57AAB8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E8421EA3-A62A-4BE1-BAF6-27A4542A884F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8C66A47-D732-4F15-AC4C-6E77C6309645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583A8211-DFDF-4E6A-917E-9E928E3FDAF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33" name="logo">
            <a:extLst>
              <a:ext uri="{FF2B5EF4-FFF2-40B4-BE49-F238E27FC236}">
                <a16:creationId xmlns:a16="http://schemas.microsoft.com/office/drawing/2014/main" id="{090D5C26-76BF-4649-B5F3-50FF33F7EE57}"/>
              </a:ext>
            </a:extLst>
          </p:cNvPr>
          <p:cNvSpPr>
            <a:spLocks noGrp="1"/>
          </p:cNvSpPr>
          <p:nvPr>
            <p:ph type="body" sz="quarter" idx="67" hasCustomPrompt="1"/>
          </p:nvPr>
        </p:nvSpPr>
        <p:spPr>
          <a:xfrm>
            <a:off x="10987512" y="6122285"/>
            <a:ext cx="954000" cy="482400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99" r="99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13" name="Tijdelijke aanduiding voor dianummer 5">
            <a:extLst>
              <a:ext uri="{FF2B5EF4-FFF2-40B4-BE49-F238E27FC236}">
                <a16:creationId xmlns:a16="http://schemas.microsoft.com/office/drawing/2014/main" id="{6101DB38-4A0C-405C-9E38-7AF00EC152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127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10786032" y="0"/>
            <a:ext cx="1400953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121805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FOTO ANDERSOM (70% / 3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foto">
            <a:extLst>
              <a:ext uri="{FF2B5EF4-FFF2-40B4-BE49-F238E27FC236}">
                <a16:creationId xmlns:a16="http://schemas.microsoft.com/office/drawing/2014/main" id="{8675B554-5CE7-4D5E-8A45-11A43EE64C70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-199601" y="276939"/>
            <a:ext cx="4766416" cy="6508904"/>
          </a:xfrm>
          <a:prstGeom prst="round2SameRect">
            <a:avLst>
              <a:gd name="adj1" fmla="val 2120"/>
              <a:gd name="adj2" fmla="val 0"/>
            </a:avLst>
          </a:prstGeom>
          <a:solidFill>
            <a:schemeClr val="bg1">
              <a:lumMod val="95000"/>
            </a:schemeClr>
          </a:solidFill>
        </p:spPr>
        <p:txBody>
          <a:bodyPr tIns="288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128" name="Onder balkje">
            <a:extLst>
              <a:ext uri="{FF2B5EF4-FFF2-40B4-BE49-F238E27FC236}">
                <a16:creationId xmlns:a16="http://schemas.microsoft.com/office/drawing/2014/main" id="{18DBE45D-5F2E-411F-8A68-CD9CD5B31DE9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113" name="GRID" hidden="1">
            <a:extLst>
              <a:ext uri="{FF2B5EF4-FFF2-40B4-BE49-F238E27FC236}">
                <a16:creationId xmlns:a16="http://schemas.microsoft.com/office/drawing/2014/main" id="{5C8A23F1-1E75-4A10-AD96-B836E7052487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4" name="Rechthoek 113">
              <a:extLst>
                <a:ext uri="{FF2B5EF4-FFF2-40B4-BE49-F238E27FC236}">
                  <a16:creationId xmlns:a16="http://schemas.microsoft.com/office/drawing/2014/main" id="{963F726C-6740-4A59-9FA5-9654F83EC49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5" name="Rechthoek 114">
              <a:extLst>
                <a:ext uri="{FF2B5EF4-FFF2-40B4-BE49-F238E27FC236}">
                  <a16:creationId xmlns:a16="http://schemas.microsoft.com/office/drawing/2014/main" id="{F3D46D3D-79D3-4FDB-9AC4-637F1FE5A1D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6" name="Rechthoek 115">
              <a:extLst>
                <a:ext uri="{FF2B5EF4-FFF2-40B4-BE49-F238E27FC236}">
                  <a16:creationId xmlns:a16="http://schemas.microsoft.com/office/drawing/2014/main" id="{1098B5C1-F44D-41BE-8E84-2C506CDBDD72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7" name="Rechthoek 116">
              <a:extLst>
                <a:ext uri="{FF2B5EF4-FFF2-40B4-BE49-F238E27FC236}">
                  <a16:creationId xmlns:a16="http://schemas.microsoft.com/office/drawing/2014/main" id="{BC3B9193-76E6-4709-A725-37C6173B1204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8" name="Rechthoek 117">
              <a:extLst>
                <a:ext uri="{FF2B5EF4-FFF2-40B4-BE49-F238E27FC236}">
                  <a16:creationId xmlns:a16="http://schemas.microsoft.com/office/drawing/2014/main" id="{AF14CAD4-BF2D-465D-8F23-5AED86C43E27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6714C93A-6652-4C11-BCCF-E7355E8CA4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801317D9-2071-472C-91D6-C94E915D4C3D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41F3BD06-A397-4A44-9685-0328ADAD026F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0EF1DE9-5821-4EA8-B9BB-893E2349664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3" name="Rechthoek 122">
              <a:extLst>
                <a:ext uri="{FF2B5EF4-FFF2-40B4-BE49-F238E27FC236}">
                  <a16:creationId xmlns:a16="http://schemas.microsoft.com/office/drawing/2014/main" id="{ADE29A6C-68D5-442D-9137-4901FBA476AB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4" name="Rechthoek 123">
              <a:extLst>
                <a:ext uri="{FF2B5EF4-FFF2-40B4-BE49-F238E27FC236}">
                  <a16:creationId xmlns:a16="http://schemas.microsoft.com/office/drawing/2014/main" id="{1BEA619E-1B3D-4737-967B-BFA76C4342A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5" name="Rechthoek 124">
              <a:extLst>
                <a:ext uri="{FF2B5EF4-FFF2-40B4-BE49-F238E27FC236}">
                  <a16:creationId xmlns:a16="http://schemas.microsoft.com/office/drawing/2014/main" id="{5BBB84AE-9171-41E7-8081-615B6A2B87DC}"/>
                </a:ext>
              </a:extLst>
            </p:cNvPr>
            <p:cNvSpPr/>
            <p:nvPr userDrawn="1"/>
          </p:nvSpPr>
          <p:spPr>
            <a:xfrm>
              <a:off x="4572418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3172A3D0-8B64-4718-89CF-CC414EA98B08}" type="datetime1">
              <a:rPr lang="nl-NL" smtClean="0"/>
              <a:t>3-3-2025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7532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852135" y="272177"/>
            <a:ext cx="70762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4852135" y="1399433"/>
            <a:ext cx="6815952" cy="4478892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299323" y="-885712"/>
            <a:ext cx="35933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FOTO ANDERSOM (70% / 30%)</a:t>
            </a:r>
          </a:p>
        </p:txBody>
      </p:sp>
      <p:grpSp>
        <p:nvGrpSpPr>
          <p:cNvPr id="53" name="Groep 52">
            <a:extLst>
              <a:ext uri="{FF2B5EF4-FFF2-40B4-BE49-F238E27FC236}">
                <a16:creationId xmlns:a16="http://schemas.microsoft.com/office/drawing/2014/main" id="{EAA174CE-7517-49A5-923A-21D80CE3DCCB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54" name="Groep 53">
              <a:extLst>
                <a:ext uri="{FF2B5EF4-FFF2-40B4-BE49-F238E27FC236}">
                  <a16:creationId xmlns:a16="http://schemas.microsoft.com/office/drawing/2014/main" id="{C4F53567-A556-401C-B626-11693C73B9A8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99" name="Rechthoek 98">
                <a:extLst>
                  <a:ext uri="{FF2B5EF4-FFF2-40B4-BE49-F238E27FC236}">
                    <a16:creationId xmlns:a16="http://schemas.microsoft.com/office/drawing/2014/main" id="{A83A254A-5683-4BF6-A966-9820D560BA1E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0" name="Rechthoek 99">
                <a:extLst>
                  <a:ext uri="{FF2B5EF4-FFF2-40B4-BE49-F238E27FC236}">
                    <a16:creationId xmlns:a16="http://schemas.microsoft.com/office/drawing/2014/main" id="{B1CA2C3C-6159-4210-88E3-756C236B4C75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1" name="Tekstvak 100">
                <a:extLst>
                  <a:ext uri="{FF2B5EF4-FFF2-40B4-BE49-F238E27FC236}">
                    <a16:creationId xmlns:a16="http://schemas.microsoft.com/office/drawing/2014/main" id="{D71FDAE9-5FC9-4745-9DDC-B85E58DD66A6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02" name="Tekstvak 101">
                <a:extLst>
                  <a:ext uri="{FF2B5EF4-FFF2-40B4-BE49-F238E27FC236}">
                    <a16:creationId xmlns:a16="http://schemas.microsoft.com/office/drawing/2014/main" id="{05190549-D27A-484E-8BBA-360ACF702C32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03" name="Picture 3">
                <a:extLst>
                  <a:ext uri="{FF2B5EF4-FFF2-40B4-BE49-F238E27FC236}">
                    <a16:creationId xmlns:a16="http://schemas.microsoft.com/office/drawing/2014/main" id="{CDD5C37B-BFB6-4A23-B7FC-0344FC8E9164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04" name="Gelijkbenige driehoek 103">
                <a:extLst>
                  <a:ext uri="{FF2B5EF4-FFF2-40B4-BE49-F238E27FC236}">
                    <a16:creationId xmlns:a16="http://schemas.microsoft.com/office/drawing/2014/main" id="{628440A2-BEFB-435F-9013-8BEF2C830469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05" name="Groep 104">
                <a:extLst>
                  <a:ext uri="{FF2B5EF4-FFF2-40B4-BE49-F238E27FC236}">
                    <a16:creationId xmlns:a16="http://schemas.microsoft.com/office/drawing/2014/main" id="{D3DC29F3-6362-4DE0-A4E1-45CCCE19FC11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10" name="Rechthoek 109">
                  <a:extLst>
                    <a:ext uri="{FF2B5EF4-FFF2-40B4-BE49-F238E27FC236}">
                      <a16:creationId xmlns:a16="http://schemas.microsoft.com/office/drawing/2014/main" id="{6E5BF282-2A3F-4291-A880-28FA08D6A5B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1" name="Rechthoek 110">
                  <a:extLst>
                    <a:ext uri="{FF2B5EF4-FFF2-40B4-BE49-F238E27FC236}">
                      <a16:creationId xmlns:a16="http://schemas.microsoft.com/office/drawing/2014/main" id="{9CC2ACF3-3802-403E-B0C5-8EF6F8ECDBCF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12" name="Rechthoek 111">
                  <a:extLst>
                    <a:ext uri="{FF2B5EF4-FFF2-40B4-BE49-F238E27FC236}">
                      <a16:creationId xmlns:a16="http://schemas.microsoft.com/office/drawing/2014/main" id="{15FAD060-A55C-47DF-9A59-23A8C0B0BAA4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6BDF7D75-E06B-4C39-8B8A-22C2D65A64B6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07" name="Rechthoek 106">
                  <a:extLst>
                    <a:ext uri="{FF2B5EF4-FFF2-40B4-BE49-F238E27FC236}">
                      <a16:creationId xmlns:a16="http://schemas.microsoft.com/office/drawing/2014/main" id="{81583AC6-CF71-42E9-A085-6621BE76DFF3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70F1DF87-BDE4-4799-A9B4-3FF188E56760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09" name="Rechthoek 108">
                  <a:extLst>
                    <a:ext uri="{FF2B5EF4-FFF2-40B4-BE49-F238E27FC236}">
                      <a16:creationId xmlns:a16="http://schemas.microsoft.com/office/drawing/2014/main" id="{79467046-78AD-4170-A083-85E1EDF4CBDC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55" name="Meer informatie">
              <a:extLst>
                <a:ext uri="{FF2B5EF4-FFF2-40B4-BE49-F238E27FC236}">
                  <a16:creationId xmlns:a16="http://schemas.microsoft.com/office/drawing/2014/main" id="{D601B2F3-3B16-42C0-8C99-57FC335AA25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96" name="Freeform 101">
                <a:extLst>
                  <a:ext uri="{FF2B5EF4-FFF2-40B4-BE49-F238E27FC236}">
                    <a16:creationId xmlns:a16="http://schemas.microsoft.com/office/drawing/2014/main" id="{5BA0A9D9-5FC2-45BE-B752-DAB789B37D86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97" name="Rechthoek 96">
                <a:extLst>
                  <a:ext uri="{FF2B5EF4-FFF2-40B4-BE49-F238E27FC236}">
                    <a16:creationId xmlns:a16="http://schemas.microsoft.com/office/drawing/2014/main" id="{8F8985AC-F625-4B04-B3C1-9E284F5140F8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98" name="Rechte verbindingslijn 97">
                <a:extLst>
                  <a:ext uri="{FF2B5EF4-FFF2-40B4-BE49-F238E27FC236}">
                    <a16:creationId xmlns:a16="http://schemas.microsoft.com/office/drawing/2014/main" id="{4410758E-138D-4273-9B9E-3E72B50230EE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56" name="Rechthoek 55">
              <a:extLst>
                <a:ext uri="{FF2B5EF4-FFF2-40B4-BE49-F238E27FC236}">
                  <a16:creationId xmlns:a16="http://schemas.microsoft.com/office/drawing/2014/main" id="{7874FD59-A20E-433A-8313-E57E00695AEF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57" name="Ovaal 56">
              <a:extLst>
                <a:ext uri="{FF2B5EF4-FFF2-40B4-BE49-F238E27FC236}">
                  <a16:creationId xmlns:a16="http://schemas.microsoft.com/office/drawing/2014/main" id="{557C4C7A-2B7B-40B1-8FCE-BA14B81218B6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58" name="Rechte verbindingslijn 57">
              <a:extLst>
                <a:ext uri="{FF2B5EF4-FFF2-40B4-BE49-F238E27FC236}">
                  <a16:creationId xmlns:a16="http://schemas.microsoft.com/office/drawing/2014/main" id="{510E934D-2422-4FF0-AACF-217E8515876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59" name="Rechte verbindingslijn 58">
              <a:extLst>
                <a:ext uri="{FF2B5EF4-FFF2-40B4-BE49-F238E27FC236}">
                  <a16:creationId xmlns:a16="http://schemas.microsoft.com/office/drawing/2014/main" id="{80477909-00F0-4A1F-B540-BCA5FD517C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0" name="Rechthoek 59">
              <a:extLst>
                <a:ext uri="{FF2B5EF4-FFF2-40B4-BE49-F238E27FC236}">
                  <a16:creationId xmlns:a16="http://schemas.microsoft.com/office/drawing/2014/main" id="{6960CE26-B85B-4000-BD2F-541E65044FA8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1" name="Rechte verbindingslijn 60">
              <a:extLst>
                <a:ext uri="{FF2B5EF4-FFF2-40B4-BE49-F238E27FC236}">
                  <a16:creationId xmlns:a16="http://schemas.microsoft.com/office/drawing/2014/main" id="{A2534C93-5B2C-44FF-BA58-7F92FD7C058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62" name="Ovaal 61">
              <a:extLst>
                <a:ext uri="{FF2B5EF4-FFF2-40B4-BE49-F238E27FC236}">
                  <a16:creationId xmlns:a16="http://schemas.microsoft.com/office/drawing/2014/main" id="{441DB6A8-DC59-49F6-BFE9-1B5D5EE76AED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63" name="Rechthoek 62">
              <a:extLst>
                <a:ext uri="{FF2B5EF4-FFF2-40B4-BE49-F238E27FC236}">
                  <a16:creationId xmlns:a16="http://schemas.microsoft.com/office/drawing/2014/main" id="{05C113F6-1D45-4584-93DA-E58E333945CA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64" name="Groep 63">
              <a:extLst>
                <a:ext uri="{FF2B5EF4-FFF2-40B4-BE49-F238E27FC236}">
                  <a16:creationId xmlns:a16="http://schemas.microsoft.com/office/drawing/2014/main" id="{4055D273-62C7-46D2-A165-2505C44C8A40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93" name="Rechthoek 92">
                <a:extLst>
                  <a:ext uri="{FF2B5EF4-FFF2-40B4-BE49-F238E27FC236}">
                    <a16:creationId xmlns:a16="http://schemas.microsoft.com/office/drawing/2014/main" id="{B1C0E312-9BF5-4B49-BC53-2242EED7FF76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94" name="Rechte verbindingslijn 93">
                <a:extLst>
                  <a:ext uri="{FF2B5EF4-FFF2-40B4-BE49-F238E27FC236}">
                    <a16:creationId xmlns:a16="http://schemas.microsoft.com/office/drawing/2014/main" id="{8479EFE0-8635-4DB1-B778-F943116E9FC2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95" name="Gelijkbenige driehoek 94">
                <a:extLst>
                  <a:ext uri="{FF2B5EF4-FFF2-40B4-BE49-F238E27FC236}">
                    <a16:creationId xmlns:a16="http://schemas.microsoft.com/office/drawing/2014/main" id="{AECDC201-3FA6-4E86-9DEA-A30268D1787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65" name="Groep 64">
              <a:extLst>
                <a:ext uri="{FF2B5EF4-FFF2-40B4-BE49-F238E27FC236}">
                  <a16:creationId xmlns:a16="http://schemas.microsoft.com/office/drawing/2014/main" id="{73D96032-2A04-4E69-B143-57D145DCF7C2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87" name="Rechthoek 86">
                <a:extLst>
                  <a:ext uri="{FF2B5EF4-FFF2-40B4-BE49-F238E27FC236}">
                    <a16:creationId xmlns:a16="http://schemas.microsoft.com/office/drawing/2014/main" id="{74C9B7FC-0AB1-4DE5-A874-565F1C4CB20A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88" name="Ovaal 87">
                <a:extLst>
                  <a:ext uri="{FF2B5EF4-FFF2-40B4-BE49-F238E27FC236}">
                    <a16:creationId xmlns:a16="http://schemas.microsoft.com/office/drawing/2014/main" id="{FAE8FE3A-D752-4344-8AF3-AEF4DCE36C54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89" name="Vrije vorm: vorm 88">
                <a:extLst>
                  <a:ext uri="{FF2B5EF4-FFF2-40B4-BE49-F238E27FC236}">
                    <a16:creationId xmlns:a16="http://schemas.microsoft.com/office/drawing/2014/main" id="{68CAA4A5-6391-499D-AE6E-D9494792B07A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90" name="Rechthoek: afgeronde hoeken 89">
                <a:extLst>
                  <a:ext uri="{FF2B5EF4-FFF2-40B4-BE49-F238E27FC236}">
                    <a16:creationId xmlns:a16="http://schemas.microsoft.com/office/drawing/2014/main" id="{C0AB7A02-3DD6-4EFA-9FA9-4463DED1F134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91" name="Rechte verbindingslijn 90">
                <a:extLst>
                  <a:ext uri="{FF2B5EF4-FFF2-40B4-BE49-F238E27FC236}">
                    <a16:creationId xmlns:a16="http://schemas.microsoft.com/office/drawing/2014/main" id="{1695E653-F215-4B1F-ABFF-75134A40D4F2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92" name="Rechte verbindingslijn 91">
                <a:extLst>
                  <a:ext uri="{FF2B5EF4-FFF2-40B4-BE49-F238E27FC236}">
                    <a16:creationId xmlns:a16="http://schemas.microsoft.com/office/drawing/2014/main" id="{BCA56E40-B027-4D6D-84D0-E5B62B4CD791}"/>
                  </a:ext>
                </a:extLst>
              </p:cNvPr>
              <p:cNvCxnSpPr>
                <a:cxnSpLocks/>
                <a:stCxn id="90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66" name="Ovaal 65">
              <a:extLst>
                <a:ext uri="{FF2B5EF4-FFF2-40B4-BE49-F238E27FC236}">
                  <a16:creationId xmlns:a16="http://schemas.microsoft.com/office/drawing/2014/main" id="{58A27B51-EF04-4624-A8E1-23DC583F26A7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9F6F3146-2772-4377-B140-65B5A9EDC878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68" name="Rechte verbindingslijn 67">
              <a:extLst>
                <a:ext uri="{FF2B5EF4-FFF2-40B4-BE49-F238E27FC236}">
                  <a16:creationId xmlns:a16="http://schemas.microsoft.com/office/drawing/2014/main" id="{01738F76-82D6-4FA0-9698-3163A5BA39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69" name="Groep 68">
              <a:extLst>
                <a:ext uri="{FF2B5EF4-FFF2-40B4-BE49-F238E27FC236}">
                  <a16:creationId xmlns:a16="http://schemas.microsoft.com/office/drawing/2014/main" id="{F270236B-9D84-46D9-8280-FE13BEB476D6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73" name="Rechthoek 72">
                <a:extLst>
                  <a:ext uri="{FF2B5EF4-FFF2-40B4-BE49-F238E27FC236}">
                    <a16:creationId xmlns:a16="http://schemas.microsoft.com/office/drawing/2014/main" id="{F281A87E-D248-40DC-AD90-1DF2EB2AFF97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74" name="Rechthoek 73">
                <a:extLst>
                  <a:ext uri="{FF2B5EF4-FFF2-40B4-BE49-F238E27FC236}">
                    <a16:creationId xmlns:a16="http://schemas.microsoft.com/office/drawing/2014/main" id="{1D7826FD-2D45-45A0-B459-357DAAF50B79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75" name="Tekstvak 74">
                <a:extLst>
                  <a:ext uri="{FF2B5EF4-FFF2-40B4-BE49-F238E27FC236}">
                    <a16:creationId xmlns:a16="http://schemas.microsoft.com/office/drawing/2014/main" id="{C6C1CEF3-EB75-46EE-9A2A-501EE846A3B4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76" name="Tekstvak 75">
                <a:extLst>
                  <a:ext uri="{FF2B5EF4-FFF2-40B4-BE49-F238E27FC236}">
                    <a16:creationId xmlns:a16="http://schemas.microsoft.com/office/drawing/2014/main" id="{13266105-05B3-4350-9A3E-80A1808869A3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77" name="Picture 3">
                <a:extLst>
                  <a:ext uri="{FF2B5EF4-FFF2-40B4-BE49-F238E27FC236}">
                    <a16:creationId xmlns:a16="http://schemas.microsoft.com/office/drawing/2014/main" id="{6CA297B1-4E52-4277-BFA8-8CC06C3BF4A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78" name="Gelijkbenige driehoek 77">
                <a:extLst>
                  <a:ext uri="{FF2B5EF4-FFF2-40B4-BE49-F238E27FC236}">
                    <a16:creationId xmlns:a16="http://schemas.microsoft.com/office/drawing/2014/main" id="{44932BA7-C72C-43E3-9B17-546A83674776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79" name="Groep 78">
                <a:extLst>
                  <a:ext uri="{FF2B5EF4-FFF2-40B4-BE49-F238E27FC236}">
                    <a16:creationId xmlns:a16="http://schemas.microsoft.com/office/drawing/2014/main" id="{CE76BEC3-94A8-424B-880C-90B49061523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84" name="Rechthoek 83">
                  <a:extLst>
                    <a:ext uri="{FF2B5EF4-FFF2-40B4-BE49-F238E27FC236}">
                      <a16:creationId xmlns:a16="http://schemas.microsoft.com/office/drawing/2014/main" id="{B6B33279-769C-4A58-8BF9-FC9F47184ED4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5" name="Rechthoek 84">
                  <a:extLst>
                    <a:ext uri="{FF2B5EF4-FFF2-40B4-BE49-F238E27FC236}">
                      <a16:creationId xmlns:a16="http://schemas.microsoft.com/office/drawing/2014/main" id="{FE7BBA67-1C6C-4FC8-B51A-817EB082490A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6" name="Rechthoek 85">
                  <a:extLst>
                    <a:ext uri="{FF2B5EF4-FFF2-40B4-BE49-F238E27FC236}">
                      <a16:creationId xmlns:a16="http://schemas.microsoft.com/office/drawing/2014/main" id="{787C9042-5693-4EDA-8CA0-E6602F27839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80" name="Groep 79">
                <a:extLst>
                  <a:ext uri="{FF2B5EF4-FFF2-40B4-BE49-F238E27FC236}">
                    <a16:creationId xmlns:a16="http://schemas.microsoft.com/office/drawing/2014/main" id="{B4AC4E55-355C-4332-B5D5-AB29177B7680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81" name="Rechthoek 80">
                  <a:extLst>
                    <a:ext uri="{FF2B5EF4-FFF2-40B4-BE49-F238E27FC236}">
                      <a16:creationId xmlns:a16="http://schemas.microsoft.com/office/drawing/2014/main" id="{525FEEB2-A267-4C46-8FD8-D17EC069A42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2" name="Rechthoek 81">
                  <a:extLst>
                    <a:ext uri="{FF2B5EF4-FFF2-40B4-BE49-F238E27FC236}">
                      <a16:creationId xmlns:a16="http://schemas.microsoft.com/office/drawing/2014/main" id="{18829EEE-77AE-4E06-B27F-92CE391B3AC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83" name="Rechthoek 82">
                  <a:extLst>
                    <a:ext uri="{FF2B5EF4-FFF2-40B4-BE49-F238E27FC236}">
                      <a16:creationId xmlns:a16="http://schemas.microsoft.com/office/drawing/2014/main" id="{BE5810B9-0716-46BA-988E-C5685B51DB0D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70" name="Ovaal 69">
              <a:extLst>
                <a:ext uri="{FF2B5EF4-FFF2-40B4-BE49-F238E27FC236}">
                  <a16:creationId xmlns:a16="http://schemas.microsoft.com/office/drawing/2014/main" id="{7AFFA373-9126-43A8-A2EA-3FF212C6CA9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C94AD153-3045-47D6-955C-F6869E081F18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2" name="Rechte verbindingslijn 71">
              <a:extLst>
                <a:ext uri="{FF2B5EF4-FFF2-40B4-BE49-F238E27FC236}">
                  <a16:creationId xmlns:a16="http://schemas.microsoft.com/office/drawing/2014/main" id="{EC1A5CAE-9F30-439F-9FCE-0201BA2080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127" name="Tijdelijke aanduiding voor tekst 126">
            <a:extLst>
              <a:ext uri="{FF2B5EF4-FFF2-40B4-BE49-F238E27FC236}">
                <a16:creationId xmlns:a16="http://schemas.microsoft.com/office/drawing/2014/main" id="{6C3BBCF6-5BDB-47A2-8C5B-A3011553378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265647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30" name="Tijdelijke aanduiding voor dianummer 5">
            <a:extLst>
              <a:ext uri="{FF2B5EF4-FFF2-40B4-BE49-F238E27FC236}">
                <a16:creationId xmlns:a16="http://schemas.microsoft.com/office/drawing/2014/main" id="{B420AA81-754B-45EB-8942-AF665B88BD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900074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GRAFIEK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ID" hidden="1">
            <a:extLst>
              <a:ext uri="{FF2B5EF4-FFF2-40B4-BE49-F238E27FC236}">
                <a16:creationId xmlns:a16="http://schemas.microsoft.com/office/drawing/2014/main" id="{D8098A61-1797-4AB0-A023-CD4B7C6E863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4398C623-ABDD-483E-9286-CAFBD5DABFDA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B8001D40-9B45-4E7F-8DBE-87EA71A36B48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BE80029F-0D70-40DB-843E-34A3A952CF57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0346A7F8-30E3-4F08-A234-B6D2FD8C8252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B68540D6-690A-4197-A9DB-58EB90C01F2D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7D97E9F9-A31B-46E8-88FC-FE7984C7F74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5AD708E2-A7E2-4D52-A0F7-9CB23122CA63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071E772C-68F0-46A2-A7A8-F9A1ED98AC53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A5D98152-DA71-4196-8DC7-35B274E6821C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246655AC-E1BC-477D-B554-C586E3DCACF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EA42BD67-1553-4AAB-81A1-AF7CA6030C13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9C912707-9497-401A-BF0A-0E2FC2B1C01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14546"/>
            <a:ext cx="3140325" cy="216909"/>
          </a:xfrm>
        </p:spPr>
        <p:txBody>
          <a:bodyPr/>
          <a:lstStyle/>
          <a:p>
            <a:fld id="{81B33066-8D2A-4A75-BFF1-CF44C8C09CE9}" type="datetime1">
              <a:rPr lang="nl-NL" smtClean="0"/>
              <a:t>3-3-2025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1454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407336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530247" y="-885712"/>
            <a:ext cx="3131537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GRAFIEK (50%/ 50%)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6227400" y="1401494"/>
            <a:ext cx="5437991" cy="4422432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52" name="logo">
            <a:extLst>
              <a:ext uri="{FF2B5EF4-FFF2-40B4-BE49-F238E27FC236}">
                <a16:creationId xmlns:a16="http://schemas.microsoft.com/office/drawing/2014/main" id="{6E7B684F-DA32-4F63-9FF5-BE1122AA898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B100AB-4F9B-4A64-908F-0A386EE51625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6" name="Tijdelijke aanduiding voor dianummer 5">
            <a:extLst>
              <a:ext uri="{FF2B5EF4-FFF2-40B4-BE49-F238E27FC236}">
                <a16:creationId xmlns:a16="http://schemas.microsoft.com/office/drawing/2014/main" id="{FF854FE4-B0F5-4BD8-9188-4DC0CF882B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5071099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GRAFIEK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87129"/>
            <a:ext cx="3140325" cy="216909"/>
          </a:xfrm>
        </p:spPr>
        <p:txBody>
          <a:bodyPr/>
          <a:lstStyle/>
          <a:p>
            <a:fld id="{A1B00CF6-CBF8-4891-A1EF-BA979A9524BF}" type="datetime1">
              <a:rPr lang="nl-NL" smtClean="0"/>
              <a:t>3-3-2025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87129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10534" y="-885712"/>
            <a:ext cx="1970962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GRAFIEK (100%)</a:t>
            </a:r>
          </a:p>
        </p:txBody>
      </p:sp>
      <p:sp>
        <p:nvSpPr>
          <p:cNvPr id="91" name="grafiek">
            <a:extLst>
              <a:ext uri="{FF2B5EF4-FFF2-40B4-BE49-F238E27FC236}">
                <a16:creationId xmlns:a16="http://schemas.microsoft.com/office/drawing/2014/main" id="{BDED734F-E8EE-4A40-A3B0-CCDA1D102C45}"/>
              </a:ext>
            </a:extLst>
          </p:cNvPr>
          <p:cNvSpPr>
            <a:spLocks noGrp="1"/>
          </p:cNvSpPr>
          <p:nvPr>
            <p:ph type="chart" sz="quarter" idx="14" hasCustomPrompt="1"/>
          </p:nvPr>
        </p:nvSpPr>
        <p:spPr>
          <a:xfrm>
            <a:off x="521863" y="1388794"/>
            <a:ext cx="11133275" cy="4469349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grafiek in te voegen</a:t>
            </a:r>
          </a:p>
        </p:txBody>
      </p:sp>
      <p:grpSp>
        <p:nvGrpSpPr>
          <p:cNvPr id="93" name="Instructie">
            <a:extLst>
              <a:ext uri="{FF2B5EF4-FFF2-40B4-BE49-F238E27FC236}">
                <a16:creationId xmlns:a16="http://schemas.microsoft.com/office/drawing/2014/main" id="{C9E001F6-3FBC-45DC-8207-6548440F7712}"/>
              </a:ext>
            </a:extLst>
          </p:cNvPr>
          <p:cNvGrpSpPr/>
          <p:nvPr userDrawn="1"/>
        </p:nvGrpSpPr>
        <p:grpSpPr>
          <a:xfrm>
            <a:off x="12389714" y="3046306"/>
            <a:ext cx="3183677" cy="2546619"/>
            <a:chOff x="12389714" y="4327164"/>
            <a:chExt cx="3183677" cy="2546619"/>
          </a:xfrm>
        </p:grpSpPr>
        <p:grpSp>
          <p:nvGrpSpPr>
            <p:cNvPr id="94" name="Meer informatie">
              <a:extLst>
                <a:ext uri="{FF2B5EF4-FFF2-40B4-BE49-F238E27FC236}">
                  <a16:creationId xmlns:a16="http://schemas.microsoft.com/office/drawing/2014/main" id="{7A1C1B78-6E2D-43F3-86BB-D14987A8AA27}"/>
                </a:ext>
              </a:extLst>
            </p:cNvPr>
            <p:cNvGrpSpPr/>
            <p:nvPr userDrawn="1"/>
          </p:nvGrpSpPr>
          <p:grpSpPr>
            <a:xfrm>
              <a:off x="12394875" y="6090510"/>
              <a:ext cx="3178515" cy="783273"/>
              <a:chOff x="-3741486" y="3359148"/>
              <a:chExt cx="3178515" cy="783273"/>
            </a:xfrm>
          </p:grpSpPr>
          <p:sp>
            <p:nvSpPr>
              <p:cNvPr id="132" name="Freeform 101">
                <a:extLst>
                  <a:ext uri="{FF2B5EF4-FFF2-40B4-BE49-F238E27FC236}">
                    <a16:creationId xmlns:a16="http://schemas.microsoft.com/office/drawing/2014/main" id="{16A53905-2267-4835-AA50-6145FC3B3FC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59148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33" name="Rechthoek 132">
                <a:extLst>
                  <a:ext uri="{FF2B5EF4-FFF2-40B4-BE49-F238E27FC236}">
                    <a16:creationId xmlns:a16="http://schemas.microsoft.com/office/drawing/2014/main" id="{BBC55B4F-53EC-4FA0-9FA4-A2BA84E90F87}"/>
                  </a:ext>
                </a:extLst>
              </p:cNvPr>
              <p:cNvSpPr/>
              <p:nvPr userDrawn="1"/>
            </p:nvSpPr>
            <p:spPr>
              <a:xfrm>
                <a:off x="-3380966" y="3431177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34" name="Rechte verbindingslijn 133">
                <a:extLst>
                  <a:ext uri="{FF2B5EF4-FFF2-40B4-BE49-F238E27FC236}">
                    <a16:creationId xmlns:a16="http://schemas.microsoft.com/office/drawing/2014/main" id="{501C72D5-9204-4357-8F61-286786591090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cxnSp>
          <p:nvCxnSpPr>
            <p:cNvPr id="95" name="Rechte verbindingslijn 94">
              <a:extLst>
                <a:ext uri="{FF2B5EF4-FFF2-40B4-BE49-F238E27FC236}">
                  <a16:creationId xmlns:a16="http://schemas.microsoft.com/office/drawing/2014/main" id="{E73A71B5-D298-408B-B81A-669EDBCB715C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596372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6" name="Rechthoek 95">
              <a:extLst>
                <a:ext uri="{FF2B5EF4-FFF2-40B4-BE49-F238E27FC236}">
                  <a16:creationId xmlns:a16="http://schemas.microsoft.com/office/drawing/2014/main" id="{4F090187-74DB-4F08-B9D2-5A2495208D4F}"/>
                </a:ext>
              </a:extLst>
            </p:cNvPr>
            <p:cNvSpPr/>
            <p:nvPr userDrawn="1"/>
          </p:nvSpPr>
          <p:spPr>
            <a:xfrm>
              <a:off x="12395375" y="4327164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Data van de Grafiek Bewerken</a:t>
              </a:r>
            </a:p>
          </p:txBody>
        </p:sp>
        <p:sp>
          <p:nvSpPr>
            <p:cNvPr id="97" name="Ovaal 96">
              <a:extLst>
                <a:ext uri="{FF2B5EF4-FFF2-40B4-BE49-F238E27FC236}">
                  <a16:creationId xmlns:a16="http://schemas.microsoft.com/office/drawing/2014/main" id="{56242B33-BB1A-4AC4-A7AF-6695B08F87DE}"/>
                </a:ext>
              </a:extLst>
            </p:cNvPr>
            <p:cNvSpPr/>
            <p:nvPr userDrawn="1"/>
          </p:nvSpPr>
          <p:spPr>
            <a:xfrm>
              <a:off x="12389714" y="470625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98" name="Rechte verbindingslijn 97">
              <a:extLst>
                <a:ext uri="{FF2B5EF4-FFF2-40B4-BE49-F238E27FC236}">
                  <a16:creationId xmlns:a16="http://schemas.microsoft.com/office/drawing/2014/main" id="{7E3C0BF9-E98E-44A9-8118-80E0DAB7D10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5374" y="4584932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99" name="Rechthoek 98">
              <a:extLst>
                <a:ext uri="{FF2B5EF4-FFF2-40B4-BE49-F238E27FC236}">
                  <a16:creationId xmlns:a16="http://schemas.microsoft.com/office/drawing/2014/main" id="{7CFB252F-FA08-4A37-88FC-077A1F4CE170}"/>
                </a:ext>
              </a:extLst>
            </p:cNvPr>
            <p:cNvSpPr/>
            <p:nvPr userDrawn="1"/>
          </p:nvSpPr>
          <p:spPr>
            <a:xfrm>
              <a:off x="12755395" y="4772316"/>
              <a:ext cx="2817995" cy="31443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lvl="0" fontAlgn="auto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nl-NL" sz="1100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Selecteer de grafiek, klik met de rechter muisknop en kies </a:t>
              </a:r>
              <a:r>
                <a:rPr lang="nl-NL" sz="1100" b="1" kern="0" noProof="0">
                  <a:solidFill>
                    <a:schemeClr val="tx1"/>
                  </a:solidFill>
                  <a:latin typeface="+mn-lt"/>
                  <a:cs typeface="Segoe UI Light" panose="020B0502040204020203" pitchFamily="34" charset="0"/>
                </a:rPr>
                <a:t>‘Gegevens bewerken’</a:t>
              </a:r>
            </a:p>
          </p:txBody>
        </p:sp>
        <p:grpSp>
          <p:nvGrpSpPr>
            <p:cNvPr id="100" name="Groep 99">
              <a:extLst>
                <a:ext uri="{FF2B5EF4-FFF2-40B4-BE49-F238E27FC236}">
                  <a16:creationId xmlns:a16="http://schemas.microsoft.com/office/drawing/2014/main" id="{5149F826-5473-4D84-B11A-B8FCED0BC60B}"/>
                </a:ext>
              </a:extLst>
            </p:cNvPr>
            <p:cNvGrpSpPr/>
            <p:nvPr userDrawn="1"/>
          </p:nvGrpSpPr>
          <p:grpSpPr>
            <a:xfrm>
              <a:off x="12755394" y="5222855"/>
              <a:ext cx="1714530" cy="639425"/>
              <a:chOff x="12757283" y="4365594"/>
              <a:chExt cx="1714530" cy="639425"/>
            </a:xfrm>
          </p:grpSpPr>
          <p:sp>
            <p:nvSpPr>
              <p:cNvPr id="101" name="Rechthoek 100">
                <a:extLst>
                  <a:ext uri="{FF2B5EF4-FFF2-40B4-BE49-F238E27FC236}">
                    <a16:creationId xmlns:a16="http://schemas.microsoft.com/office/drawing/2014/main" id="{4DBEFDC8-2B58-429A-A80F-BECE302BD12E}"/>
                  </a:ext>
                </a:extLst>
              </p:cNvPr>
              <p:cNvSpPr/>
              <p:nvPr userDrawn="1"/>
            </p:nvSpPr>
            <p:spPr>
              <a:xfrm>
                <a:off x="12757283" y="4365594"/>
                <a:ext cx="1626818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2" name="Rechthoek 101">
                <a:extLst>
                  <a:ext uri="{FF2B5EF4-FFF2-40B4-BE49-F238E27FC236}">
                    <a16:creationId xmlns:a16="http://schemas.microsoft.com/office/drawing/2014/main" id="{D9C13CA8-362E-419F-8E5B-5423F1B8C43F}"/>
                  </a:ext>
                </a:extLst>
              </p:cNvPr>
              <p:cNvSpPr/>
              <p:nvPr userDrawn="1"/>
            </p:nvSpPr>
            <p:spPr>
              <a:xfrm>
                <a:off x="12768263" y="4676983"/>
                <a:ext cx="1609231" cy="261256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03" name="Tekstvak 102">
                <a:extLst>
                  <a:ext uri="{FF2B5EF4-FFF2-40B4-BE49-F238E27FC236}">
                    <a16:creationId xmlns:a16="http://schemas.microsoft.com/office/drawing/2014/main" id="{38A87954-6B96-4840-99EE-473A13BF08BB}"/>
                  </a:ext>
                </a:extLst>
              </p:cNvPr>
              <p:cNvSpPr txBox="1"/>
              <p:nvPr userDrawn="1"/>
            </p:nvSpPr>
            <p:spPr>
              <a:xfrm>
                <a:off x="12997648" y="4404704"/>
                <a:ext cx="1248154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Grafiektype wijzigen</a:t>
                </a:r>
              </a:p>
            </p:txBody>
          </p:sp>
          <p:sp>
            <p:nvSpPr>
              <p:cNvPr id="104" name="Tekstvak 103">
                <a:extLst>
                  <a:ext uri="{FF2B5EF4-FFF2-40B4-BE49-F238E27FC236}">
                    <a16:creationId xmlns:a16="http://schemas.microsoft.com/office/drawing/2014/main" id="{64EAE2DA-E998-42D4-AF66-6DC0D991A793}"/>
                  </a:ext>
                </a:extLst>
              </p:cNvPr>
              <p:cNvSpPr txBox="1"/>
              <p:nvPr userDrawn="1"/>
            </p:nvSpPr>
            <p:spPr>
              <a:xfrm>
                <a:off x="12984219" y="4725830"/>
                <a:ext cx="1274711" cy="21698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9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Gegevens bewerken</a:t>
                </a:r>
              </a:p>
            </p:txBody>
          </p:sp>
          <p:pic>
            <p:nvPicPr>
              <p:cNvPr id="105" name="Picture 3">
                <a:extLst>
                  <a:ext uri="{FF2B5EF4-FFF2-40B4-BE49-F238E27FC236}">
                    <a16:creationId xmlns:a16="http://schemas.microsoft.com/office/drawing/2014/main" id="{2637CA94-7489-4D59-BA7C-0072F03D7793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4328727" y="4773688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grpSp>
            <p:nvGrpSpPr>
              <p:cNvPr id="106" name="Groep 105">
                <a:extLst>
                  <a:ext uri="{FF2B5EF4-FFF2-40B4-BE49-F238E27FC236}">
                    <a16:creationId xmlns:a16="http://schemas.microsoft.com/office/drawing/2014/main" id="{E0F65D8A-932C-4FFE-8A7C-FCD741C254C1}"/>
                  </a:ext>
                </a:extLst>
              </p:cNvPr>
              <p:cNvGrpSpPr/>
              <p:nvPr userDrawn="1"/>
            </p:nvGrpSpPr>
            <p:grpSpPr>
              <a:xfrm>
                <a:off x="12831198" y="4432250"/>
                <a:ext cx="139861" cy="152244"/>
                <a:chOff x="12574450" y="6053892"/>
                <a:chExt cx="169232" cy="184215"/>
              </a:xfrm>
            </p:grpSpPr>
            <p:sp>
              <p:nvSpPr>
                <p:cNvPr id="129" name="Rechthoek 128">
                  <a:extLst>
                    <a:ext uri="{FF2B5EF4-FFF2-40B4-BE49-F238E27FC236}">
                      <a16:creationId xmlns:a16="http://schemas.microsoft.com/office/drawing/2014/main" id="{E4F2CAC6-C286-4619-9A46-94AF0F3B4813}"/>
                    </a:ext>
                  </a:extLst>
                </p:cNvPr>
                <p:cNvSpPr/>
                <p:nvPr userDrawn="1"/>
              </p:nvSpPr>
              <p:spPr>
                <a:xfrm>
                  <a:off x="12574450" y="6111529"/>
                  <a:ext cx="46293" cy="126577"/>
                </a:xfrm>
                <a:prstGeom prst="rect">
                  <a:avLst/>
                </a:prstGeom>
                <a:solidFill>
                  <a:srgbClr val="4D82B8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0" name="Rechthoek 129">
                  <a:extLst>
                    <a:ext uri="{FF2B5EF4-FFF2-40B4-BE49-F238E27FC236}">
                      <a16:creationId xmlns:a16="http://schemas.microsoft.com/office/drawing/2014/main" id="{FF309A0B-5266-403E-A702-BE9F65D24750}"/>
                    </a:ext>
                  </a:extLst>
                </p:cNvPr>
                <p:cNvSpPr/>
                <p:nvPr userDrawn="1"/>
              </p:nvSpPr>
              <p:spPr>
                <a:xfrm>
                  <a:off x="12635427" y="6053892"/>
                  <a:ext cx="46293" cy="184215"/>
                </a:xfrm>
                <a:prstGeom prst="rect">
                  <a:avLst/>
                </a:prstGeom>
                <a:solidFill>
                  <a:srgbClr val="EDC87E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  <p:sp>
              <p:nvSpPr>
                <p:cNvPr id="131" name="Rechthoek 130">
                  <a:extLst>
                    <a:ext uri="{FF2B5EF4-FFF2-40B4-BE49-F238E27FC236}">
                      <a16:creationId xmlns:a16="http://schemas.microsoft.com/office/drawing/2014/main" id="{6473A50E-AE4B-43CE-8EC8-1620785C8D60}"/>
                    </a:ext>
                  </a:extLst>
                </p:cNvPr>
                <p:cNvSpPr/>
                <p:nvPr userDrawn="1"/>
              </p:nvSpPr>
              <p:spPr>
                <a:xfrm>
                  <a:off x="12697389" y="6094907"/>
                  <a:ext cx="46293" cy="143200"/>
                </a:xfrm>
                <a:prstGeom prst="rect">
                  <a:avLst/>
                </a:prstGeom>
                <a:solidFill>
                  <a:srgbClr val="808080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sz="2000" noProof="0">
                    <a:solidFill>
                      <a:schemeClr val="tx2"/>
                    </a:solidFill>
                    <a:latin typeface="+mn-lt"/>
                  </a:endParaRPr>
                </a:p>
              </p:txBody>
            </p:sp>
          </p:grpSp>
          <p:grpSp>
            <p:nvGrpSpPr>
              <p:cNvPr id="107" name="Groep 106">
                <a:extLst>
                  <a:ext uri="{FF2B5EF4-FFF2-40B4-BE49-F238E27FC236}">
                    <a16:creationId xmlns:a16="http://schemas.microsoft.com/office/drawing/2014/main" id="{A10A86B2-4771-4F86-94AC-EE55D2392979}"/>
                  </a:ext>
                </a:extLst>
              </p:cNvPr>
              <p:cNvGrpSpPr/>
              <p:nvPr userDrawn="1"/>
            </p:nvGrpSpPr>
            <p:grpSpPr>
              <a:xfrm>
                <a:off x="12831198" y="4748585"/>
                <a:ext cx="184916" cy="120210"/>
                <a:chOff x="8815516" y="1076284"/>
                <a:chExt cx="503174" cy="327105"/>
              </a:xfrm>
            </p:grpSpPr>
            <p:sp>
              <p:nvSpPr>
                <p:cNvPr id="108" name="Rechthoek 107">
                  <a:extLst>
                    <a:ext uri="{FF2B5EF4-FFF2-40B4-BE49-F238E27FC236}">
                      <a16:creationId xmlns:a16="http://schemas.microsoft.com/office/drawing/2014/main" id="{47F3F537-AC54-4DE4-9350-4910FCF53CEE}"/>
                    </a:ext>
                  </a:extLst>
                </p:cNvPr>
                <p:cNvSpPr/>
                <p:nvPr userDrawn="1"/>
              </p:nvSpPr>
              <p:spPr>
                <a:xfrm>
                  <a:off x="8815516" y="1133167"/>
                  <a:ext cx="372729" cy="235975"/>
                </a:xfrm>
                <a:prstGeom prst="rect">
                  <a:avLst/>
                </a:prstGeom>
                <a:solidFill>
                  <a:schemeClr val="bg1"/>
                </a:solidFill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grpSp>
              <p:nvGrpSpPr>
                <p:cNvPr id="109" name="Groep 108">
                  <a:extLst>
                    <a:ext uri="{FF2B5EF4-FFF2-40B4-BE49-F238E27FC236}">
                      <a16:creationId xmlns:a16="http://schemas.microsoft.com/office/drawing/2014/main" id="{E845CEF2-5548-4E42-8AF4-6F14ED3A3499}"/>
                    </a:ext>
                  </a:extLst>
                </p:cNvPr>
                <p:cNvGrpSpPr/>
                <p:nvPr userDrawn="1"/>
              </p:nvGrpSpPr>
              <p:grpSpPr>
                <a:xfrm>
                  <a:off x="8815517" y="1076284"/>
                  <a:ext cx="503173" cy="327105"/>
                  <a:chOff x="1351248" y="-683635"/>
                  <a:chExt cx="503173" cy="327105"/>
                </a:xfrm>
              </p:grpSpPr>
              <p:grpSp>
                <p:nvGrpSpPr>
                  <p:cNvPr id="110" name="Groep 109">
                    <a:extLst>
                      <a:ext uri="{FF2B5EF4-FFF2-40B4-BE49-F238E27FC236}">
                        <a16:creationId xmlns:a16="http://schemas.microsoft.com/office/drawing/2014/main" id="{E9E726B1-A7C6-4F14-9CAC-F4CD04BDDDF0}"/>
                      </a:ext>
                    </a:extLst>
                  </p:cNvPr>
                  <p:cNvGrpSpPr/>
                  <p:nvPr userDrawn="1"/>
                </p:nvGrpSpPr>
                <p:grpSpPr>
                  <a:xfrm>
                    <a:off x="1351248" y="-683635"/>
                    <a:ext cx="375186" cy="293652"/>
                    <a:chOff x="1094874" y="-884923"/>
                    <a:chExt cx="884668" cy="692417"/>
                  </a:xfrm>
                </p:grpSpPr>
                <p:sp>
                  <p:nvSpPr>
                    <p:cNvPr id="115" name="Rechthoek 114">
                      <a:extLst>
                        <a:ext uri="{FF2B5EF4-FFF2-40B4-BE49-F238E27FC236}">
                          <a16:creationId xmlns:a16="http://schemas.microsoft.com/office/drawing/2014/main" id="{CB7A4333-9006-4DEC-8C05-AB8BA2C89A46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1094874" y="-884923"/>
                      <a:ext cx="878304" cy="145579"/>
                    </a:xfrm>
                    <a:prstGeom prst="rect">
                      <a:avLst/>
                    </a:prstGeom>
                    <a:solidFill>
                      <a:srgbClr val="818181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grpSp>
                  <p:nvGrpSpPr>
                    <p:cNvPr id="116" name="Groep 115">
                      <a:extLst>
                        <a:ext uri="{FF2B5EF4-FFF2-40B4-BE49-F238E27FC236}">
                          <a16:creationId xmlns:a16="http://schemas.microsoft.com/office/drawing/2014/main" id="{BBDB74E0-95DA-4B1B-B0B5-526EB6020035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878306"/>
                      <a:ext cx="867364" cy="685800"/>
                      <a:chOff x="1094874" y="-878306"/>
                      <a:chExt cx="867364" cy="613611"/>
                    </a:xfrm>
                  </p:grpSpPr>
                  <p:cxnSp>
                    <p:nvCxnSpPr>
                      <p:cNvPr id="122" name="Rechte verbindingslijn 121">
                        <a:extLst>
                          <a:ext uri="{FF2B5EF4-FFF2-40B4-BE49-F238E27FC236}">
                            <a16:creationId xmlns:a16="http://schemas.microsoft.com/office/drawing/2014/main" id="{1F5CA13D-6259-465D-A375-8AADDDE629CC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094874" y="-878305"/>
                        <a:ext cx="0" cy="613610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3" name="Rechte verbindingslijn 122">
                        <a:extLst>
                          <a:ext uri="{FF2B5EF4-FFF2-40B4-BE49-F238E27FC236}">
                            <a16:creationId xmlns:a16="http://schemas.microsoft.com/office/drawing/2014/main" id="{F761B7E8-C0D2-4D72-A278-8D0AB0AC27A2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>
                        <a:off x="1962238" y="-878306"/>
                        <a:ext cx="0" cy="613611"/>
                      </a:xfrm>
                      <a:prstGeom prst="line">
                        <a:avLst/>
                      </a:prstGeom>
                      <a:ln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grpSp>
                    <p:nvGrpSpPr>
                      <p:cNvPr id="124" name="Groep 123">
                        <a:extLst>
                          <a:ext uri="{FF2B5EF4-FFF2-40B4-BE49-F238E27FC236}">
                            <a16:creationId xmlns:a16="http://schemas.microsoft.com/office/drawing/2014/main" id="{4E325CC0-D128-44F7-A915-260996265FAB}"/>
                          </a:ext>
                        </a:extLst>
                      </p:cNvPr>
                      <p:cNvGrpSpPr/>
                      <p:nvPr userDrawn="1"/>
                    </p:nvGrpSpPr>
                    <p:grpSpPr>
                      <a:xfrm>
                        <a:off x="1270535" y="-878306"/>
                        <a:ext cx="526983" cy="613611"/>
                        <a:chOff x="1270535" y="-745959"/>
                        <a:chExt cx="526983" cy="481264"/>
                      </a:xfrm>
                    </p:grpSpPr>
                    <p:cxnSp>
                      <p:nvCxnSpPr>
                        <p:cNvPr id="125" name="Rechte verbindingslijn 124">
                          <a:extLst>
                            <a:ext uri="{FF2B5EF4-FFF2-40B4-BE49-F238E27FC236}">
                              <a16:creationId xmlns:a16="http://schemas.microsoft.com/office/drawing/2014/main" id="{C7638D50-02D3-4B9D-A6A4-D1014B950C3B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446196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6" name="Rechte verbindingslijn 125">
                          <a:extLst>
                            <a:ext uri="{FF2B5EF4-FFF2-40B4-BE49-F238E27FC236}">
                              <a16:creationId xmlns:a16="http://schemas.microsoft.com/office/drawing/2014/main" id="{FC25F6D1-67A7-4D32-8D54-D5234326E527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270535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7" name="Rechte verbindingslijn 126">
                          <a:extLst>
                            <a:ext uri="{FF2B5EF4-FFF2-40B4-BE49-F238E27FC236}">
                              <a16:creationId xmlns:a16="http://schemas.microsoft.com/office/drawing/2014/main" id="{3D5DF2D7-D0A1-4107-A507-0C75344A26E9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621857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  <p:cxnSp>
                      <p:nvCxnSpPr>
                        <p:cNvPr id="128" name="Rechte verbindingslijn 127">
                          <a:extLst>
                            <a:ext uri="{FF2B5EF4-FFF2-40B4-BE49-F238E27FC236}">
                              <a16:creationId xmlns:a16="http://schemas.microsoft.com/office/drawing/2014/main" id="{521D8DF3-8251-4453-9315-AC24AD6A8ADD}"/>
                            </a:ext>
                          </a:extLst>
                        </p:cNvPr>
                        <p:cNvCxnSpPr>
                          <a:cxnSpLocks/>
                        </p:cNvCxnSpPr>
                        <p:nvPr userDrawn="1"/>
                      </p:nvCxnSpPr>
                      <p:spPr>
                        <a:xfrm>
                          <a:off x="1797518" y="-745959"/>
                          <a:ext cx="0" cy="481264"/>
                        </a:xfrm>
                        <a:prstGeom prst="line">
                          <a:avLst/>
                        </a:prstGeom>
                        <a:ln w="6350">
                          <a:solidFill>
                            <a:srgbClr val="818181"/>
                          </a:solidFill>
                        </a:ln>
                      </p:spPr>
                      <p:style>
                        <a:lnRef idx="1">
                          <a:schemeClr val="accent1"/>
                        </a:lnRef>
                        <a:fillRef idx="0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tx1"/>
                        </a:fontRef>
                      </p:style>
                    </p:cxnSp>
                  </p:grpSp>
                </p:grpSp>
                <p:cxnSp>
                  <p:nvCxnSpPr>
                    <p:cNvPr id="117" name="Rechte verbindingslijn 116">
                      <a:extLst>
                        <a:ext uri="{FF2B5EF4-FFF2-40B4-BE49-F238E27FC236}">
                          <a16:creationId xmlns:a16="http://schemas.microsoft.com/office/drawing/2014/main" id="{28098B12-E9CD-4E38-8F60-278A86109DF3}"/>
                        </a:ext>
                      </a:extLst>
                    </p:cNvPr>
                    <p:cNvCxnSpPr>
                      <a:cxnSpLocks/>
                    </p:cNvCxnSpPr>
                    <p:nvPr userDrawn="1"/>
                  </p:nvCxnSpPr>
                  <p:spPr>
                    <a:xfrm flipH="1">
                      <a:off x="1098555" y="-192506"/>
                      <a:ext cx="880987" cy="0"/>
                    </a:xfrm>
                    <a:prstGeom prst="line">
                      <a:avLst/>
                    </a:prstGeom>
                    <a:ln>
                      <a:solidFill>
                        <a:srgbClr val="818181"/>
                      </a:solidFill>
                    </a:ln>
                  </p:spPr>
                  <p:style>
                    <a:lnRef idx="1">
                      <a:schemeClr val="accent1"/>
                    </a:lnRef>
                    <a:fillRef idx="0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grpSp>
                  <p:nvGrpSpPr>
                    <p:cNvPr id="118" name="Groep 117">
                      <a:extLst>
                        <a:ext uri="{FF2B5EF4-FFF2-40B4-BE49-F238E27FC236}">
                          <a16:creationId xmlns:a16="http://schemas.microsoft.com/office/drawing/2014/main" id="{162FE508-906F-49AE-A86E-44E52136004B}"/>
                        </a:ext>
                      </a:extLst>
                    </p:cNvPr>
                    <p:cNvGrpSpPr/>
                    <p:nvPr userDrawn="1"/>
                  </p:nvGrpSpPr>
                  <p:grpSpPr>
                    <a:xfrm>
                      <a:off x="1094874" y="-607596"/>
                      <a:ext cx="878306" cy="276726"/>
                      <a:chOff x="1106905" y="-607596"/>
                      <a:chExt cx="878307" cy="276726"/>
                    </a:xfrm>
                  </p:grpSpPr>
                  <p:cxnSp>
                    <p:nvCxnSpPr>
                      <p:cNvPr id="119" name="Rechte verbindingslijn 118">
                        <a:extLst>
                          <a:ext uri="{FF2B5EF4-FFF2-40B4-BE49-F238E27FC236}">
                            <a16:creationId xmlns:a16="http://schemas.microsoft.com/office/drawing/2014/main" id="{5503EED9-B041-4F8A-B272-009E252CCF53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330870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0" name="Rechte verbindingslijn 119">
                        <a:extLst>
                          <a:ext uri="{FF2B5EF4-FFF2-40B4-BE49-F238E27FC236}">
                            <a16:creationId xmlns:a16="http://schemas.microsoft.com/office/drawing/2014/main" id="{94E33E19-C581-40C2-ABEB-4BD42A33E9C1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469233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  <p:cxnSp>
                    <p:nvCxnSpPr>
                      <p:cNvPr id="121" name="Rechte verbindingslijn 120">
                        <a:extLst>
                          <a:ext uri="{FF2B5EF4-FFF2-40B4-BE49-F238E27FC236}">
                            <a16:creationId xmlns:a16="http://schemas.microsoft.com/office/drawing/2014/main" id="{7BD10776-A3E1-48E1-86CD-8CDD6A102B0F}"/>
                          </a:ext>
                        </a:extLst>
                      </p:cNvPr>
                      <p:cNvCxnSpPr>
                        <a:cxnSpLocks/>
                      </p:cNvCxnSpPr>
                      <p:nvPr userDrawn="1"/>
                    </p:nvCxnSpPr>
                    <p:spPr>
                      <a:xfrm flipH="1">
                        <a:off x="1106905" y="-607596"/>
                        <a:ext cx="878307" cy="0"/>
                      </a:xfrm>
                      <a:prstGeom prst="line">
                        <a:avLst/>
                      </a:prstGeom>
                      <a:ln w="6350">
                        <a:solidFill>
                          <a:srgbClr val="818181"/>
                        </a:solidFill>
                      </a:ln>
                    </p:spPr>
                    <p:style>
                      <a:lnRef idx="1">
                        <a:schemeClr val="accent1"/>
                      </a:lnRef>
                      <a:fillRef idx="0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</p:grpSp>
              <p:grpSp>
                <p:nvGrpSpPr>
                  <p:cNvPr id="111" name="Groep 110">
                    <a:extLst>
                      <a:ext uri="{FF2B5EF4-FFF2-40B4-BE49-F238E27FC236}">
                        <a16:creationId xmlns:a16="http://schemas.microsoft.com/office/drawing/2014/main" id="{8B5AFAAA-DAD1-4662-9C8D-62732563B290}"/>
                      </a:ext>
                    </a:extLst>
                  </p:cNvPr>
                  <p:cNvGrpSpPr/>
                  <p:nvPr userDrawn="1"/>
                </p:nvGrpSpPr>
                <p:grpSpPr>
                  <a:xfrm rot="2700000">
                    <a:off x="1605871" y="-605080"/>
                    <a:ext cx="90079" cy="407021"/>
                    <a:chOff x="3130062" y="-817193"/>
                    <a:chExt cx="131884" cy="595920"/>
                  </a:xfrm>
                  <a:solidFill>
                    <a:srgbClr val="3399FF"/>
                  </a:solidFill>
                </p:grpSpPr>
                <p:sp>
                  <p:nvSpPr>
                    <p:cNvPr id="112" name="Rechthoek 111">
                      <a:extLst>
                        <a:ext uri="{FF2B5EF4-FFF2-40B4-BE49-F238E27FC236}">
                          <a16:creationId xmlns:a16="http://schemas.microsoft.com/office/drawing/2014/main" id="{880B84C0-5DE3-42E3-9EF9-49216969E428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2" y="-705979"/>
                      <a:ext cx="131884" cy="281354"/>
                    </a:xfrm>
                    <a:prstGeom prst="rect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3" name="Rechthoek: afgeronde bovenhoeken 112">
                      <a:extLst>
                        <a:ext uri="{FF2B5EF4-FFF2-40B4-BE49-F238E27FC236}">
                          <a16:creationId xmlns:a16="http://schemas.microsoft.com/office/drawing/2014/main" id="{FE1C688C-1D06-4343-A0F7-B7B214ECF33A}"/>
                        </a:ext>
                      </a:extLst>
                    </p:cNvPr>
                    <p:cNvSpPr/>
                    <p:nvPr userDrawn="1"/>
                  </p:nvSpPr>
                  <p:spPr>
                    <a:xfrm>
                      <a:off x="3130063" y="-817193"/>
                      <a:ext cx="131883" cy="87615"/>
                    </a:xfrm>
                    <a:prstGeom prst="round2SameRect">
                      <a:avLst>
                        <a:gd name="adj1" fmla="val 50000"/>
                        <a:gd name="adj2" fmla="val 0"/>
                      </a:avLst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  <p:sp>
                  <p:nvSpPr>
                    <p:cNvPr id="114" name="Gelijkbenige driehoek 113">
                      <a:extLst>
                        <a:ext uri="{FF2B5EF4-FFF2-40B4-BE49-F238E27FC236}">
                          <a16:creationId xmlns:a16="http://schemas.microsoft.com/office/drawing/2014/main" id="{26A48251-B39F-43D2-A5B4-8579A5A464C2}"/>
                        </a:ext>
                      </a:extLst>
                    </p:cNvPr>
                    <p:cNvSpPr/>
                    <p:nvPr userDrawn="1"/>
                  </p:nvSpPr>
                  <p:spPr>
                    <a:xfrm rot="10800000">
                      <a:off x="3130062" y="-401026"/>
                      <a:ext cx="131884" cy="179753"/>
                    </a:xfrm>
                    <a:prstGeom prst="triangle">
                      <a:avLst/>
                    </a:prstGeom>
                    <a:solidFill>
                      <a:srgbClr val="4D82B8"/>
                    </a:solidFill>
                    <a:ln>
                      <a:noFill/>
                    </a:ln>
                  </p:spPr>
                  <p:style>
                    <a:lnRef idx="2">
                      <a:schemeClr val="accent1">
                        <a:shade val="50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nl-NL" noProof="0"/>
                    </a:p>
                  </p:txBody>
                </p:sp>
              </p:grpSp>
            </p:grpSp>
          </p:grpSp>
        </p:grpSp>
      </p:grpSp>
      <p:grpSp>
        <p:nvGrpSpPr>
          <p:cNvPr id="73" name="GRID" hidden="1">
            <a:extLst>
              <a:ext uri="{FF2B5EF4-FFF2-40B4-BE49-F238E27FC236}">
                <a16:creationId xmlns:a16="http://schemas.microsoft.com/office/drawing/2014/main" id="{A42AA2CB-EB2C-4371-99B2-FFE1C7ABC65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1B148C1F-0DC3-40A3-9ABA-60E3F85AE7F2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73E3192B-3823-4A68-84E9-3C984563ED0B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9155171A-1727-48A0-9D0A-0D7C94E29723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CED705F7-47C7-4D84-B9A4-EF4160028016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51564711-4802-42AE-A003-604DAFEC66D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A33B453C-82AE-43AA-B3DA-4A9B0925A942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C261EECC-4C34-4F17-AFB5-3CB1CC9E52EB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1" name="Rechthoek 80">
              <a:extLst>
                <a:ext uri="{FF2B5EF4-FFF2-40B4-BE49-F238E27FC236}">
                  <a16:creationId xmlns:a16="http://schemas.microsoft.com/office/drawing/2014/main" id="{DB7F3834-98C1-4824-95C1-84A4AD0BB102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2" name="Rechthoek 81">
              <a:extLst>
                <a:ext uri="{FF2B5EF4-FFF2-40B4-BE49-F238E27FC236}">
                  <a16:creationId xmlns:a16="http://schemas.microsoft.com/office/drawing/2014/main" id="{F3EA1BE1-E41D-4388-9B5A-48435EF2F41E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3" name="Rechthoek 82">
              <a:extLst>
                <a:ext uri="{FF2B5EF4-FFF2-40B4-BE49-F238E27FC236}">
                  <a16:creationId xmlns:a16="http://schemas.microsoft.com/office/drawing/2014/main" id="{9B706927-B552-461D-8CAB-7D27387C4669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4" name="Rechthoek 83">
              <a:extLst>
                <a:ext uri="{FF2B5EF4-FFF2-40B4-BE49-F238E27FC236}">
                  <a16:creationId xmlns:a16="http://schemas.microsoft.com/office/drawing/2014/main" id="{C1979472-D81B-43AA-9831-B5D13FD80B6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ED3B4A7B-F5C0-4103-8E58-E0D3779A2B72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135" name="Instructie">
            <a:extLst>
              <a:ext uri="{FF2B5EF4-FFF2-40B4-BE49-F238E27FC236}">
                <a16:creationId xmlns:a16="http://schemas.microsoft.com/office/drawing/2014/main" id="{015A3A78-3E5D-474B-8118-23BEB68D7F72}"/>
              </a:ext>
            </a:extLst>
          </p:cNvPr>
          <p:cNvGrpSpPr/>
          <p:nvPr userDrawn="1"/>
        </p:nvGrpSpPr>
        <p:grpSpPr>
          <a:xfrm>
            <a:off x="12391601" y="0"/>
            <a:ext cx="3183677" cy="2499789"/>
            <a:chOff x="12391601" y="0"/>
            <a:chExt cx="3183677" cy="2499789"/>
          </a:xfrm>
        </p:grpSpPr>
        <p:sp>
          <p:nvSpPr>
            <p:cNvPr id="136" name="Rechthoek 135">
              <a:extLst>
                <a:ext uri="{FF2B5EF4-FFF2-40B4-BE49-F238E27FC236}">
                  <a16:creationId xmlns:a16="http://schemas.microsoft.com/office/drawing/2014/main" id="{1EF28382-F5DA-4222-B10F-3C1A3B1D4D1B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Grafiek invoegen/veranderen</a:t>
              </a:r>
            </a:p>
          </p:txBody>
        </p:sp>
        <p:sp>
          <p:nvSpPr>
            <p:cNvPr id="137" name="Ovaal 136">
              <a:extLst>
                <a:ext uri="{FF2B5EF4-FFF2-40B4-BE49-F238E27FC236}">
                  <a16:creationId xmlns:a16="http://schemas.microsoft.com/office/drawing/2014/main" id="{E71F8945-6688-42DC-B6BB-F5523F38EAFD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38" name="Rechte verbindingslijn 137">
              <a:extLst>
                <a:ext uri="{FF2B5EF4-FFF2-40B4-BE49-F238E27FC236}">
                  <a16:creationId xmlns:a16="http://schemas.microsoft.com/office/drawing/2014/main" id="{E37094F8-B57D-4C64-B920-796D1AFC858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39" name="Rechte verbindingslijn 138">
              <a:extLst>
                <a:ext uri="{FF2B5EF4-FFF2-40B4-BE49-F238E27FC236}">
                  <a16:creationId xmlns:a16="http://schemas.microsoft.com/office/drawing/2014/main" id="{82D6A188-7533-4E36-BA8C-7CFBBF1DFD9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40" name="Rechthoek 139">
              <a:extLst>
                <a:ext uri="{FF2B5EF4-FFF2-40B4-BE49-F238E27FC236}">
                  <a16:creationId xmlns:a16="http://schemas.microsoft.com/office/drawing/2014/main" id="{03F6F256-BAED-42AD-B7CD-CD74E7CB538D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grafiek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grafiek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41" name="Ovaal 140">
              <a:extLst>
                <a:ext uri="{FF2B5EF4-FFF2-40B4-BE49-F238E27FC236}">
                  <a16:creationId xmlns:a16="http://schemas.microsoft.com/office/drawing/2014/main" id="{97A56B35-5EF6-4088-816C-CB973DBB0871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42" name="Rechthoek 141">
              <a:extLst>
                <a:ext uri="{FF2B5EF4-FFF2-40B4-BE49-F238E27FC236}">
                  <a16:creationId xmlns:a16="http://schemas.microsoft.com/office/drawing/2014/main" id="{1107F6C4-83ED-4B0A-BA8C-C2D85F7CD015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grafiek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43" name="Groep 142">
              <a:extLst>
                <a:ext uri="{FF2B5EF4-FFF2-40B4-BE49-F238E27FC236}">
                  <a16:creationId xmlns:a16="http://schemas.microsoft.com/office/drawing/2014/main" id="{099C7953-056F-4CF9-B984-08C5D0BB378B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49" name="Rechthoek 148">
                <a:extLst>
                  <a:ext uri="{FF2B5EF4-FFF2-40B4-BE49-F238E27FC236}">
                    <a16:creationId xmlns:a16="http://schemas.microsoft.com/office/drawing/2014/main" id="{7128E767-D7C4-4F0A-A11C-C36D78ABCA5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0" name="Rechte verbindingslijn 149">
                <a:extLst>
                  <a:ext uri="{FF2B5EF4-FFF2-40B4-BE49-F238E27FC236}">
                    <a16:creationId xmlns:a16="http://schemas.microsoft.com/office/drawing/2014/main" id="{0313D5C2-5876-407F-9A6B-82883BF4BF8C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1" name="Gelijkbenige driehoek 150">
                <a:extLst>
                  <a:ext uri="{FF2B5EF4-FFF2-40B4-BE49-F238E27FC236}">
                    <a16:creationId xmlns:a16="http://schemas.microsoft.com/office/drawing/2014/main" id="{81923B41-E4FE-4FEA-906E-82B89458B5D7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44" name="Rechte verbindingslijn 143">
              <a:extLst>
                <a:ext uri="{FF2B5EF4-FFF2-40B4-BE49-F238E27FC236}">
                  <a16:creationId xmlns:a16="http://schemas.microsoft.com/office/drawing/2014/main" id="{8EB43433-97DE-4461-9FAE-0E382BE65EC6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45" name="Groep 144">
              <a:extLst>
                <a:ext uri="{FF2B5EF4-FFF2-40B4-BE49-F238E27FC236}">
                  <a16:creationId xmlns:a16="http://schemas.microsoft.com/office/drawing/2014/main" id="{F96A3E84-258C-4FDC-B46B-F7D1B2F335BB}"/>
                </a:ext>
              </a:extLst>
            </p:cNvPr>
            <p:cNvGrpSpPr/>
            <p:nvPr userDrawn="1"/>
          </p:nvGrpSpPr>
          <p:grpSpPr>
            <a:xfrm>
              <a:off x="12751697" y="1147804"/>
              <a:ext cx="289372" cy="314992"/>
              <a:chOff x="7322769" y="-310267"/>
              <a:chExt cx="289372" cy="314992"/>
            </a:xfrm>
          </p:grpSpPr>
          <p:sp>
            <p:nvSpPr>
              <p:cNvPr id="146" name="Rechthoek 145">
                <a:extLst>
                  <a:ext uri="{FF2B5EF4-FFF2-40B4-BE49-F238E27FC236}">
                    <a16:creationId xmlns:a16="http://schemas.microsoft.com/office/drawing/2014/main" id="{01475AE3-376C-47EE-83D5-684D16F77743}"/>
                  </a:ext>
                </a:extLst>
              </p:cNvPr>
              <p:cNvSpPr/>
              <p:nvPr userDrawn="1"/>
            </p:nvSpPr>
            <p:spPr>
              <a:xfrm>
                <a:off x="7322769" y="-211712"/>
                <a:ext cx="79156" cy="216437"/>
              </a:xfrm>
              <a:prstGeom prst="rect">
                <a:avLst/>
              </a:prstGeom>
              <a:solidFill>
                <a:srgbClr val="4D82B8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7" name="Rechthoek 146">
                <a:extLst>
                  <a:ext uri="{FF2B5EF4-FFF2-40B4-BE49-F238E27FC236}">
                    <a16:creationId xmlns:a16="http://schemas.microsoft.com/office/drawing/2014/main" id="{D4EE6DCE-B63B-434C-91ED-1587AF755CD2}"/>
                  </a:ext>
                </a:extLst>
              </p:cNvPr>
              <p:cNvSpPr/>
              <p:nvPr userDrawn="1"/>
            </p:nvSpPr>
            <p:spPr>
              <a:xfrm>
                <a:off x="7427035" y="-310267"/>
                <a:ext cx="79156" cy="314992"/>
              </a:xfrm>
              <a:prstGeom prst="rect">
                <a:avLst/>
              </a:prstGeom>
              <a:solidFill>
                <a:srgbClr val="FFCC66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48" name="Rechthoek 147">
                <a:extLst>
                  <a:ext uri="{FF2B5EF4-FFF2-40B4-BE49-F238E27FC236}">
                    <a16:creationId xmlns:a16="http://schemas.microsoft.com/office/drawing/2014/main" id="{792EC821-EC1B-45CD-AA31-A5174D9AEE25}"/>
                  </a:ext>
                </a:extLst>
              </p:cNvPr>
              <p:cNvSpPr/>
              <p:nvPr userDrawn="1"/>
            </p:nvSpPr>
            <p:spPr>
              <a:xfrm>
                <a:off x="7532985" y="-240134"/>
                <a:ext cx="79156" cy="244859"/>
              </a:xfrm>
              <a:prstGeom prst="rect">
                <a:avLst/>
              </a:prstGeom>
              <a:solidFill>
                <a:srgbClr val="80808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69" name="logo">
            <a:extLst>
              <a:ext uri="{FF2B5EF4-FFF2-40B4-BE49-F238E27FC236}">
                <a16:creationId xmlns:a16="http://schemas.microsoft.com/office/drawing/2014/main" id="{42489D6E-7153-4D41-A3CA-45094A5775A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71" name="Onder balkje">
            <a:extLst>
              <a:ext uri="{FF2B5EF4-FFF2-40B4-BE49-F238E27FC236}">
                <a16:creationId xmlns:a16="http://schemas.microsoft.com/office/drawing/2014/main" id="{A43B3275-0DAA-46DF-AA83-74A0CD51782F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59A8263C-BADD-4468-84A9-1E09DB414E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406945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KST MET TABEL (50%/ 5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20856"/>
            <a:ext cx="3140325" cy="216909"/>
          </a:xfrm>
        </p:spPr>
        <p:txBody>
          <a:bodyPr/>
          <a:lstStyle/>
          <a:p>
            <a:fld id="{C8226F51-BA4F-47DD-BB27-1D52D814875C}" type="datetime1">
              <a:rPr lang="nl-NL" smtClean="0"/>
              <a:t>3-3-2025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20856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 1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4" y="272177"/>
            <a:ext cx="11146223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639252" y="-885712"/>
            <a:ext cx="2913528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TEKST MET TABEL (50%/ 50%)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6247711" y="1407861"/>
            <a:ext cx="5412132" cy="4454808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110" name="logo">
            <a:extLst>
              <a:ext uri="{FF2B5EF4-FFF2-40B4-BE49-F238E27FC236}">
                <a16:creationId xmlns:a16="http://schemas.microsoft.com/office/drawing/2014/main" id="{5A08214E-DF57-48EA-84B2-CA6EE2CD7BF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091A87-E469-4741-AFAE-D9FE9D31606F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5A6E0E6B-9076-4747-B72A-CE6754E64B56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76726127-9718-42DE-8B36-ACFA6484CDAD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5C7B464E-EB02-44DE-B0EA-1B24AF5D234F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73496353-1240-4E64-BED4-2A49E624408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A67ABC18-63E9-4A12-8233-B9211B2E9B3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89377A1B-9100-4765-8EBA-772D65451901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99204BCB-084E-4A74-AFCC-C7FBCC2939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ADD40E2F-10B1-4CA7-9ED6-3F3F72DF520E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426073FA-9DF6-4303-80AD-06336912AA18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9252037A-C515-44C2-A220-ABB721F5C4A5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A06BB989-B0BE-45A8-8D37-EB49821A29C7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7EE64E67-40EE-4FF9-AA93-4EDDC2C9A948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ekst">
            <a:extLst>
              <a:ext uri="{FF2B5EF4-FFF2-40B4-BE49-F238E27FC236}">
                <a16:creationId xmlns:a16="http://schemas.microsoft.com/office/drawing/2014/main" id="{2277963E-BB3D-4657-8FDB-59BC2A5ACE82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1864" y="1401494"/>
            <a:ext cx="5426486" cy="4451377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Klik hier om een </a:t>
            </a:r>
            <a:r>
              <a:rPr lang="nl-NL" noProof="0" dirty="0" err="1"/>
              <a:t>bullet</a:t>
            </a:r>
            <a:r>
              <a:rPr lang="nl-NL" noProof="0" dirty="0"/>
              <a:t> te plaatsen. Andere </a:t>
            </a:r>
            <a:r>
              <a:rPr lang="nl-NL" noProof="0" dirty="0" err="1"/>
              <a:t>bullet</a:t>
            </a:r>
            <a:r>
              <a:rPr lang="nl-NL" noProof="0" dirty="0"/>
              <a:t> of tekststijl nodig? Gebruik het menu Tekstopmaak.</a:t>
            </a:r>
          </a:p>
          <a:p>
            <a:pPr lvl="1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2"/>
            <a:r>
              <a:rPr lang="nl-NL" noProof="0" dirty="0"/>
              <a:t>Leestekst</a:t>
            </a:r>
          </a:p>
          <a:p>
            <a:pPr lvl="3"/>
            <a:r>
              <a:rPr lang="nl-NL" noProof="0" dirty="0"/>
              <a:t>Subtitel</a:t>
            </a:r>
          </a:p>
          <a:p>
            <a:pPr lvl="4"/>
            <a:r>
              <a:rPr lang="nl-NL" noProof="0" dirty="0"/>
              <a:t>Numerieke 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5"/>
            <a:r>
              <a:rPr lang="nl-NL" noProof="0" dirty="0" err="1"/>
              <a:t>Bullet</a:t>
            </a:r>
            <a:endParaRPr lang="nl-NL" noProof="0" dirty="0"/>
          </a:p>
          <a:p>
            <a:pPr lvl="6"/>
            <a:r>
              <a:rPr lang="nl-NL" noProof="0" dirty="0"/>
              <a:t>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Leestekst</a:t>
            </a:r>
          </a:p>
          <a:p>
            <a:pPr lvl="8"/>
            <a:r>
              <a:rPr lang="nl-NL" noProof="0" dirty="0"/>
              <a:t>Subtitel</a:t>
            </a:r>
          </a:p>
        </p:txBody>
      </p:sp>
      <p:sp>
        <p:nvSpPr>
          <p:cNvPr id="53" name="Onder balkje">
            <a:extLst>
              <a:ext uri="{FF2B5EF4-FFF2-40B4-BE49-F238E27FC236}">
                <a16:creationId xmlns:a16="http://schemas.microsoft.com/office/drawing/2014/main" id="{11CB7B56-D687-4517-BBBD-5752B48393E8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96F150C4-E3A4-40F1-9ED4-DC76B003B2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835223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EL (100%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45804E2F-6799-4914-A5D0-6B51B35EFB93}" type="datetime1">
              <a:rPr lang="nl-NL" smtClean="0"/>
              <a:t>3-3-2025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19539" y="-885712"/>
            <a:ext cx="175295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TABEL (100%)</a:t>
            </a:r>
          </a:p>
        </p:txBody>
      </p:sp>
      <p:sp>
        <p:nvSpPr>
          <p:cNvPr id="152" name="tabel">
            <a:extLst>
              <a:ext uri="{FF2B5EF4-FFF2-40B4-BE49-F238E27FC236}">
                <a16:creationId xmlns:a16="http://schemas.microsoft.com/office/drawing/2014/main" id="{A53CAFF0-6C2E-4CED-9470-8DA99266AE50}"/>
              </a:ext>
            </a:extLst>
          </p:cNvPr>
          <p:cNvSpPr>
            <a:spLocks noGrp="1"/>
          </p:cNvSpPr>
          <p:nvPr>
            <p:ph type="tbl" sz="quarter" idx="14" hasCustomPrompt="1"/>
          </p:nvPr>
        </p:nvSpPr>
        <p:spPr>
          <a:xfrm>
            <a:off x="516221" y="1395160"/>
            <a:ext cx="11143622" cy="4471547"/>
          </a:xfrm>
          <a:solidFill>
            <a:schemeClr val="bg1">
              <a:lumMod val="95000"/>
            </a:schemeClr>
          </a:solidFill>
        </p:spPr>
        <p:txBody>
          <a:bodyPr tIns="1620000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tabel in te voegen</a:t>
            </a:r>
          </a:p>
        </p:txBody>
      </p:sp>
      <p:grpSp>
        <p:nvGrpSpPr>
          <p:cNvPr id="153" name="Instructie">
            <a:extLst>
              <a:ext uri="{FF2B5EF4-FFF2-40B4-BE49-F238E27FC236}">
                <a16:creationId xmlns:a16="http://schemas.microsoft.com/office/drawing/2014/main" id="{D8FA1774-32C6-44BB-B330-6554B0E7E12D}"/>
              </a:ext>
            </a:extLst>
          </p:cNvPr>
          <p:cNvGrpSpPr/>
          <p:nvPr userDrawn="1"/>
        </p:nvGrpSpPr>
        <p:grpSpPr>
          <a:xfrm>
            <a:off x="12391601" y="0"/>
            <a:ext cx="3183678" cy="3418198"/>
            <a:chOff x="12391601" y="0"/>
            <a:chExt cx="3183678" cy="3418198"/>
          </a:xfrm>
        </p:grpSpPr>
        <p:grpSp>
          <p:nvGrpSpPr>
            <p:cNvPr id="154" name="Meer informatie">
              <a:extLst>
                <a:ext uri="{FF2B5EF4-FFF2-40B4-BE49-F238E27FC236}">
                  <a16:creationId xmlns:a16="http://schemas.microsoft.com/office/drawing/2014/main" id="{7D53CC9C-CDBE-4DFB-AE21-4160803B4CD1}"/>
                </a:ext>
              </a:extLst>
            </p:cNvPr>
            <p:cNvGrpSpPr/>
            <p:nvPr userDrawn="1"/>
          </p:nvGrpSpPr>
          <p:grpSpPr>
            <a:xfrm>
              <a:off x="12396764" y="2622893"/>
              <a:ext cx="3178515" cy="795305"/>
              <a:chOff x="-3741486" y="3347116"/>
              <a:chExt cx="3178515" cy="795305"/>
            </a:xfrm>
          </p:grpSpPr>
          <p:sp>
            <p:nvSpPr>
              <p:cNvPr id="176" name="Freeform 101">
                <a:extLst>
                  <a:ext uri="{FF2B5EF4-FFF2-40B4-BE49-F238E27FC236}">
                    <a16:creationId xmlns:a16="http://schemas.microsoft.com/office/drawing/2014/main" id="{B78FDC53-F231-49E7-A154-56F81091116F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47116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77" name="Rechthoek 176">
                <a:extLst>
                  <a:ext uri="{FF2B5EF4-FFF2-40B4-BE49-F238E27FC236}">
                    <a16:creationId xmlns:a16="http://schemas.microsoft.com/office/drawing/2014/main" id="{D40104D5-463A-4C56-920E-DB709D9672FD}"/>
                  </a:ext>
                </a:extLst>
              </p:cNvPr>
              <p:cNvSpPr/>
              <p:nvPr userDrawn="1"/>
            </p:nvSpPr>
            <p:spPr>
              <a:xfrm>
                <a:off x="-3380966" y="3419145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78" name="Rechte verbindingslijn 177">
                <a:extLst>
                  <a:ext uri="{FF2B5EF4-FFF2-40B4-BE49-F238E27FC236}">
                    <a16:creationId xmlns:a16="http://schemas.microsoft.com/office/drawing/2014/main" id="{E9CD1AE4-DA73-4EC4-81C0-1F75EE829AA5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42421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55" name="Rechthoek 154">
              <a:extLst>
                <a:ext uri="{FF2B5EF4-FFF2-40B4-BE49-F238E27FC236}">
                  <a16:creationId xmlns:a16="http://schemas.microsoft.com/office/drawing/2014/main" id="{1D0DA284-6D84-4D36-B1B6-DB37B4EE58DE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Tabel invoegen/veranderen</a:t>
              </a:r>
            </a:p>
          </p:txBody>
        </p:sp>
        <p:sp>
          <p:nvSpPr>
            <p:cNvPr id="156" name="Ovaal 155">
              <a:extLst>
                <a:ext uri="{FF2B5EF4-FFF2-40B4-BE49-F238E27FC236}">
                  <a16:creationId xmlns:a16="http://schemas.microsoft.com/office/drawing/2014/main" id="{9F53628B-F530-4001-99B6-93A0F44C1D48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57" name="Rechte verbindingslijn 156">
              <a:extLst>
                <a:ext uri="{FF2B5EF4-FFF2-40B4-BE49-F238E27FC236}">
                  <a16:creationId xmlns:a16="http://schemas.microsoft.com/office/drawing/2014/main" id="{BA5E46A7-E4C0-420C-BD1B-206B69E2B01B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58" name="Rechte verbindingslijn 157">
              <a:extLst>
                <a:ext uri="{FF2B5EF4-FFF2-40B4-BE49-F238E27FC236}">
                  <a16:creationId xmlns:a16="http://schemas.microsoft.com/office/drawing/2014/main" id="{59953485-194D-42FF-82E6-0F30D398DDDD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59" name="Rechthoek 158">
              <a:extLst>
                <a:ext uri="{FF2B5EF4-FFF2-40B4-BE49-F238E27FC236}">
                  <a16:creationId xmlns:a16="http://schemas.microsoft.com/office/drawing/2014/main" id="{74094B7F-E9F2-4748-9700-863C8ED52479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tabel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tabel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sp>
          <p:nvSpPr>
            <p:cNvPr id="160" name="Ovaal 159">
              <a:extLst>
                <a:ext uri="{FF2B5EF4-FFF2-40B4-BE49-F238E27FC236}">
                  <a16:creationId xmlns:a16="http://schemas.microsoft.com/office/drawing/2014/main" id="{234F4CA7-6E68-48F7-90A9-EA8ADB6F2D62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61" name="Rechthoek 160">
              <a:extLst>
                <a:ext uri="{FF2B5EF4-FFF2-40B4-BE49-F238E27FC236}">
                  <a16:creationId xmlns:a16="http://schemas.microsoft.com/office/drawing/2014/main" id="{79CA1389-B637-4556-96EE-0093988A463D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het gewenste aantal rijen en kolommen 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‘OK’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62" name="Groep 161">
              <a:extLst>
                <a:ext uri="{FF2B5EF4-FFF2-40B4-BE49-F238E27FC236}">
                  <a16:creationId xmlns:a16="http://schemas.microsoft.com/office/drawing/2014/main" id="{36D3135C-9114-41E0-ACB5-71D213B1A776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73" name="Rechthoek 172">
                <a:extLst>
                  <a:ext uri="{FF2B5EF4-FFF2-40B4-BE49-F238E27FC236}">
                    <a16:creationId xmlns:a16="http://schemas.microsoft.com/office/drawing/2014/main" id="{F466C695-CD09-4087-A78D-68D7B0B7730D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252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OK</a:t>
                </a:r>
              </a:p>
            </p:txBody>
          </p:sp>
          <p:cxnSp>
            <p:nvCxnSpPr>
              <p:cNvPr id="174" name="Rechte verbindingslijn 173">
                <a:extLst>
                  <a:ext uri="{FF2B5EF4-FFF2-40B4-BE49-F238E27FC236}">
                    <a16:creationId xmlns:a16="http://schemas.microsoft.com/office/drawing/2014/main" id="{D78B9D92-55AF-410D-9537-D703025B8E58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75" name="Gelijkbenige driehoek 174">
                <a:extLst>
                  <a:ext uri="{FF2B5EF4-FFF2-40B4-BE49-F238E27FC236}">
                    <a16:creationId xmlns:a16="http://schemas.microsoft.com/office/drawing/2014/main" id="{7A520EAA-77FA-4ED5-A4D4-3DE2F8285306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cxnSp>
          <p:nvCxnSpPr>
            <p:cNvPr id="163" name="Rechte verbindingslijn 162">
              <a:extLst>
                <a:ext uri="{FF2B5EF4-FFF2-40B4-BE49-F238E27FC236}">
                  <a16:creationId xmlns:a16="http://schemas.microsoft.com/office/drawing/2014/main" id="{65918623-D162-4D5A-9A47-3A7D5A1E0914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64" name="Tabel icoon">
              <a:extLst>
                <a:ext uri="{FF2B5EF4-FFF2-40B4-BE49-F238E27FC236}">
                  <a16:creationId xmlns:a16="http://schemas.microsoft.com/office/drawing/2014/main" id="{A6113588-03B7-4533-ADB2-D0A1084B39F1}"/>
                </a:ext>
              </a:extLst>
            </p:cNvPr>
            <p:cNvGrpSpPr/>
            <p:nvPr userDrawn="1"/>
          </p:nvGrpSpPr>
          <p:grpSpPr>
            <a:xfrm>
              <a:off x="12757283" y="1133664"/>
              <a:ext cx="375500" cy="339168"/>
              <a:chOff x="6072040" y="3376043"/>
              <a:chExt cx="1227920" cy="1109109"/>
            </a:xfrm>
          </p:grpSpPr>
          <p:sp>
            <p:nvSpPr>
              <p:cNvPr id="165" name="Rechthoek 164">
                <a:extLst>
                  <a:ext uri="{FF2B5EF4-FFF2-40B4-BE49-F238E27FC236}">
                    <a16:creationId xmlns:a16="http://schemas.microsoft.com/office/drawing/2014/main" id="{4AFCC203-FD5B-468F-99FB-D1E8E80EFAB9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solidFill>
                <a:schemeClr val="bg1"/>
              </a:solidFill>
              <a:ln w="19050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sp>
            <p:nvSpPr>
              <p:cNvPr id="166" name="Rechthoek 165">
                <a:extLst>
                  <a:ext uri="{FF2B5EF4-FFF2-40B4-BE49-F238E27FC236}">
                    <a16:creationId xmlns:a16="http://schemas.microsoft.com/office/drawing/2014/main" id="{41EFEE30-7FFC-401F-8547-9FBDA36DE4AC}"/>
                  </a:ext>
                </a:extLst>
              </p:cNvPr>
              <p:cNvSpPr/>
              <p:nvPr userDrawn="1"/>
            </p:nvSpPr>
            <p:spPr>
              <a:xfrm>
                <a:off x="6090829" y="3393962"/>
                <a:ext cx="1209131" cy="218971"/>
              </a:xfrm>
              <a:prstGeom prst="rect">
                <a:avLst/>
              </a:prstGeom>
              <a:solidFill>
                <a:srgbClr val="6C6C6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  <p:cxnSp>
            <p:nvCxnSpPr>
              <p:cNvPr id="167" name="Rechte verbindingslijn 166">
                <a:extLst>
                  <a:ext uri="{FF2B5EF4-FFF2-40B4-BE49-F238E27FC236}">
                    <a16:creationId xmlns:a16="http://schemas.microsoft.com/office/drawing/2014/main" id="{B8972847-4D20-4203-B318-E85BAC05ED5B}"/>
                  </a:ext>
                </a:extLst>
              </p:cNvPr>
              <p:cNvCxnSpPr/>
              <p:nvPr userDrawn="1"/>
            </p:nvCxnSpPr>
            <p:spPr>
              <a:xfrm>
                <a:off x="6493304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8" name="Rechte verbindingslijn 167">
                <a:extLst>
                  <a:ext uri="{FF2B5EF4-FFF2-40B4-BE49-F238E27FC236}">
                    <a16:creationId xmlns:a16="http://schemas.microsoft.com/office/drawing/2014/main" id="{F1C4E8A1-E26F-447E-9920-D066950EFDCE}"/>
                  </a:ext>
                </a:extLst>
              </p:cNvPr>
              <p:cNvCxnSpPr/>
              <p:nvPr userDrawn="1"/>
            </p:nvCxnSpPr>
            <p:spPr>
              <a:xfrm>
                <a:off x="6883025" y="3605313"/>
                <a:ext cx="0" cy="872219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9" name="Rechte verbindingslijn 168">
                <a:extLst>
                  <a:ext uri="{FF2B5EF4-FFF2-40B4-BE49-F238E27FC236}">
                    <a16:creationId xmlns:a16="http://schemas.microsoft.com/office/drawing/2014/main" id="{92C262A0-EBDF-4F9B-BF6B-E48D21785575}"/>
                  </a:ext>
                </a:extLst>
              </p:cNvPr>
              <p:cNvCxnSpPr/>
              <p:nvPr userDrawn="1"/>
            </p:nvCxnSpPr>
            <p:spPr>
              <a:xfrm flipH="1">
                <a:off x="6090561" y="38271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0" name="Rechte verbindingslijn 169">
                <a:extLst>
                  <a:ext uri="{FF2B5EF4-FFF2-40B4-BE49-F238E27FC236}">
                    <a16:creationId xmlns:a16="http://schemas.microsoft.com/office/drawing/2014/main" id="{D4FE1558-6BE7-4FB4-BCDD-2FC1300DE2CE}"/>
                  </a:ext>
                </a:extLst>
              </p:cNvPr>
              <p:cNvCxnSpPr/>
              <p:nvPr userDrawn="1"/>
            </p:nvCxnSpPr>
            <p:spPr>
              <a:xfrm flipH="1">
                <a:off x="6090561" y="405570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1" name="Rechte verbindingslijn 170">
                <a:extLst>
                  <a:ext uri="{FF2B5EF4-FFF2-40B4-BE49-F238E27FC236}">
                    <a16:creationId xmlns:a16="http://schemas.microsoft.com/office/drawing/2014/main" id="{77DE6BDA-6F53-4F6F-883C-D71B322CD5EA}"/>
                  </a:ext>
                </a:extLst>
              </p:cNvPr>
              <p:cNvCxnSpPr/>
              <p:nvPr userDrawn="1"/>
            </p:nvCxnSpPr>
            <p:spPr>
              <a:xfrm flipH="1">
                <a:off x="6090561" y="4276688"/>
                <a:ext cx="1209399" cy="0"/>
              </a:xfrm>
              <a:prstGeom prst="line">
                <a:avLst/>
              </a:prstGeom>
              <a:ln w="12700">
                <a:solidFill>
                  <a:srgbClr val="B5B5B5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72" name="Rechthoek 171">
                <a:extLst>
                  <a:ext uri="{FF2B5EF4-FFF2-40B4-BE49-F238E27FC236}">
                    <a16:creationId xmlns:a16="http://schemas.microsoft.com/office/drawing/2014/main" id="{917903B9-C840-4B22-8332-0F6FF4E12BCE}"/>
                  </a:ext>
                </a:extLst>
              </p:cNvPr>
              <p:cNvSpPr/>
              <p:nvPr userDrawn="1"/>
            </p:nvSpPr>
            <p:spPr>
              <a:xfrm>
                <a:off x="6072040" y="3376043"/>
                <a:ext cx="1227920" cy="1109109"/>
              </a:xfrm>
              <a:prstGeom prst="rect">
                <a:avLst/>
              </a:prstGeom>
              <a:noFill/>
              <a:ln w="12700">
                <a:solidFill>
                  <a:srgbClr val="6C6C6C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nl-NL" noProof="0"/>
              </a:p>
            </p:txBody>
          </p:sp>
        </p:grpSp>
      </p:grp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54" name="Tijdelijke aanduiding voor dianummer 5">
            <a:extLst>
              <a:ext uri="{FF2B5EF4-FFF2-40B4-BE49-F238E27FC236}">
                <a16:creationId xmlns:a16="http://schemas.microsoft.com/office/drawing/2014/main" id="{6AF92EA9-37D8-4C42-88F3-48205D95F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5569497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TO 100%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A9F8B797-7D29-405C-AA62-7DA8D2E9F83B}" type="datetime1">
              <a:rPr lang="nl-NL" smtClean="0"/>
              <a:t>3-3-2025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89370" y="-885712"/>
            <a:ext cx="161330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FOTO (100%)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87" name="Tijdelijke aanduiding voor dianummer 5">
            <a:extLst>
              <a:ext uri="{FF2B5EF4-FFF2-40B4-BE49-F238E27FC236}">
                <a16:creationId xmlns:a16="http://schemas.microsoft.com/office/drawing/2014/main" id="{1ADB3DF9-1775-4B02-BB3B-7CA5D78347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670663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ZWAR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B7BF963E-A335-4EFC-96E2-BC5DDD288207}" type="datetime1">
              <a:rPr lang="nl-NL" smtClean="0"/>
              <a:t>3-3-2025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728033" y="-885712"/>
            <a:ext cx="2735979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ZWART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/>
            </a:lvl1pPr>
            <a:lvl2pPr marL="0" indent="0" algn="ctr">
              <a:buFont typeface="Arial" panose="020B0604020202020204" pitchFamily="34" charset="0"/>
              <a:buNone/>
              <a:defRPr/>
            </a:lvl2pPr>
            <a:lvl3pPr marL="0" indent="0" algn="ctr">
              <a:buFont typeface="Arial" panose="020B0604020202020204" pitchFamily="34" charset="0"/>
              <a:buNone/>
              <a:defRPr/>
            </a:lvl3pPr>
            <a:lvl4pPr marL="0" indent="0" algn="ctr">
              <a:buFont typeface="Arial" panose="020B0604020202020204" pitchFamily="34" charset="0"/>
              <a:buNone/>
              <a:defRPr/>
            </a:lvl4pPr>
            <a:lvl5pPr marL="0" indent="0" algn="ctr">
              <a:buFont typeface="Arial" panose="020B0604020202020204" pitchFamily="34" charset="0"/>
              <a:buNone/>
              <a:defRPr/>
            </a:lvl5pPr>
            <a:lvl6pPr algn="ctr">
              <a:defRPr sz="4000" b="0"/>
            </a:lvl6pPr>
          </a:lstStyle>
          <a:p>
            <a:pPr lvl="0"/>
            <a:r>
              <a:rPr lang="nl-NL" dirty="0"/>
              <a:t>‘’Plaats hier </a:t>
            </a:r>
            <a:br>
              <a:rPr lang="nl-NL" dirty="0"/>
            </a:br>
            <a:r>
              <a:rPr lang="nl-NL" dirty="0"/>
              <a:t>de citaat’’</a:t>
            </a:r>
          </a:p>
          <a:p>
            <a:pPr lvl="0"/>
            <a:r>
              <a:rPr lang="nl-NL" dirty="0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CC4936A4-A609-4DB4-B771-319DE3996A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8719314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TAAT - WIT (100% FOTO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ver logo">
            <a:extLst>
              <a:ext uri="{FF2B5EF4-FFF2-40B4-BE49-F238E27FC236}">
                <a16:creationId xmlns:a16="http://schemas.microsoft.com/office/drawing/2014/main" id="{53E90B51-6AB8-431C-94A8-DB69841799D4}"/>
              </a:ext>
            </a:extLst>
          </p:cNvPr>
          <p:cNvSpPr/>
          <p:nvPr userDrawn="1"/>
        </p:nvSpPr>
        <p:spPr>
          <a:xfrm>
            <a:off x="10325101" y="5688413"/>
            <a:ext cx="1866900" cy="116958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63" name="Tijdelijke aanduiding voor datum 3">
            <a:extLst>
              <a:ext uri="{FF2B5EF4-FFF2-40B4-BE49-F238E27FC236}">
                <a16:creationId xmlns:a16="http://schemas.microsoft.com/office/drawing/2014/main" id="{C920EDDF-0CF0-40F2-A240-62F1DBE1BD6B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4037"/>
            <a:ext cx="3140325" cy="216909"/>
          </a:xfrm>
        </p:spPr>
        <p:txBody>
          <a:bodyPr/>
          <a:lstStyle/>
          <a:p>
            <a:fld id="{715CEF43-AFAE-4401-A83A-77818006065C}" type="datetime1">
              <a:rPr lang="nl-NL" smtClean="0"/>
              <a:t>3-3-2025</a:t>
            </a:fld>
            <a:endParaRPr lang="nl-NL"/>
          </a:p>
        </p:txBody>
      </p:sp>
      <p:sp>
        <p:nvSpPr>
          <p:cNvPr id="64" name="Tijdelijke aanduiding voor voettekst 4">
            <a:extLst>
              <a:ext uri="{FF2B5EF4-FFF2-40B4-BE49-F238E27FC236}">
                <a16:creationId xmlns:a16="http://schemas.microsoft.com/office/drawing/2014/main" id="{D9BD7BD9-035F-447F-81D8-F794B396CC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4037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81" name="foto">
            <a:extLst>
              <a:ext uri="{FF2B5EF4-FFF2-40B4-BE49-F238E27FC236}">
                <a16:creationId xmlns:a16="http://schemas.microsoft.com/office/drawing/2014/main" id="{9E6F06BF-EA5C-4854-8C27-73BF65BAF07E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3" name="GRID" hidden="1">
            <a:extLst>
              <a:ext uri="{FF2B5EF4-FFF2-40B4-BE49-F238E27FC236}">
                <a16:creationId xmlns:a16="http://schemas.microsoft.com/office/drawing/2014/main" id="{DF9D39C2-2215-4138-8F2D-29B26FF9687E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2" name="Rechthoek 1">
              <a:extLst>
                <a:ext uri="{FF2B5EF4-FFF2-40B4-BE49-F238E27FC236}">
                  <a16:creationId xmlns:a16="http://schemas.microsoft.com/office/drawing/2014/main" id="{88695B46-BCFB-46AE-BDD3-EBC5ED0EF15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8" name="Rechthoek 87">
              <a:extLst>
                <a:ext uri="{FF2B5EF4-FFF2-40B4-BE49-F238E27FC236}">
                  <a16:creationId xmlns:a16="http://schemas.microsoft.com/office/drawing/2014/main" id="{F4C4B9B5-431E-4649-8656-9BA6EC80CF9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9" name="Rechthoek 88">
              <a:extLst>
                <a:ext uri="{FF2B5EF4-FFF2-40B4-BE49-F238E27FC236}">
                  <a16:creationId xmlns:a16="http://schemas.microsoft.com/office/drawing/2014/main" id="{8F8F300F-40D2-4E56-96C0-6EDCEF308BE4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0" name="Rechthoek 89">
              <a:extLst>
                <a:ext uri="{FF2B5EF4-FFF2-40B4-BE49-F238E27FC236}">
                  <a16:creationId xmlns:a16="http://schemas.microsoft.com/office/drawing/2014/main" id="{A2736596-913A-45B1-BFD9-BFBAB228CF30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1" name="Rechthoek 90">
              <a:extLst>
                <a:ext uri="{FF2B5EF4-FFF2-40B4-BE49-F238E27FC236}">
                  <a16:creationId xmlns:a16="http://schemas.microsoft.com/office/drawing/2014/main" id="{3E0D08FE-DAC3-4450-B117-863BD3CF4A74}"/>
                </a:ext>
              </a:extLst>
            </p:cNvPr>
            <p:cNvSpPr/>
            <p:nvPr userDrawn="1"/>
          </p:nvSpPr>
          <p:spPr>
            <a:xfrm>
              <a:off x="0" y="55462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2" name="Rechthoek 91">
              <a:extLst>
                <a:ext uri="{FF2B5EF4-FFF2-40B4-BE49-F238E27FC236}">
                  <a16:creationId xmlns:a16="http://schemas.microsoft.com/office/drawing/2014/main" id="{3FAB4B74-1C67-41D3-9B06-C6D45D157F0F}"/>
                </a:ext>
              </a:extLst>
            </p:cNvPr>
            <p:cNvSpPr/>
            <p:nvPr userDrawn="1"/>
          </p:nvSpPr>
          <p:spPr>
            <a:xfrm>
              <a:off x="548696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3" name="Rechthoek 92">
              <a:extLst>
                <a:ext uri="{FF2B5EF4-FFF2-40B4-BE49-F238E27FC236}">
                  <a16:creationId xmlns:a16="http://schemas.microsoft.com/office/drawing/2014/main" id="{9175AA73-BB14-45AB-8655-3B285331687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94" name="Rechthoek 93">
              <a:extLst>
                <a:ext uri="{FF2B5EF4-FFF2-40B4-BE49-F238E27FC236}">
                  <a16:creationId xmlns:a16="http://schemas.microsoft.com/office/drawing/2014/main" id="{8A551A27-F963-4330-84CC-1A36F682D208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86" name="Rechthoek 85">
              <a:extLst>
                <a:ext uri="{FF2B5EF4-FFF2-40B4-BE49-F238E27FC236}">
                  <a16:creationId xmlns:a16="http://schemas.microsoft.com/office/drawing/2014/main" id="{AAB64408-F9F2-48A3-9D2A-956BA628C6D4}"/>
                </a:ext>
              </a:extLst>
            </p:cNvPr>
            <p:cNvSpPr/>
            <p:nvPr userDrawn="1"/>
          </p:nvSpPr>
          <p:spPr>
            <a:xfrm>
              <a:off x="0" y="6074199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4833351" y="-885712"/>
            <a:ext cx="252534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CITAAT - WIT (FOTO 100%)</a:t>
            </a:r>
          </a:p>
        </p:txBody>
      </p:sp>
      <p:grpSp>
        <p:nvGrpSpPr>
          <p:cNvPr id="60" name="Instructies">
            <a:extLst>
              <a:ext uri="{FF2B5EF4-FFF2-40B4-BE49-F238E27FC236}">
                <a16:creationId xmlns:a16="http://schemas.microsoft.com/office/drawing/2014/main" id="{98470357-A3BB-4987-BF3A-0293E1EAD884}"/>
              </a:ext>
            </a:extLst>
          </p:cNvPr>
          <p:cNvGrpSpPr/>
          <p:nvPr userDrawn="1"/>
        </p:nvGrpSpPr>
        <p:grpSpPr>
          <a:xfrm>
            <a:off x="12391601" y="0"/>
            <a:ext cx="3183678" cy="6589569"/>
            <a:chOff x="12391601" y="0"/>
            <a:chExt cx="3183678" cy="6589569"/>
          </a:xfrm>
        </p:grpSpPr>
        <p:grpSp>
          <p:nvGrpSpPr>
            <p:cNvPr id="61" name="Groep 60">
              <a:extLst>
                <a:ext uri="{FF2B5EF4-FFF2-40B4-BE49-F238E27FC236}">
                  <a16:creationId xmlns:a16="http://schemas.microsoft.com/office/drawing/2014/main" id="{7216C5C1-F4B1-4B57-9D51-2B13B48B5C6B}"/>
                </a:ext>
              </a:extLst>
            </p:cNvPr>
            <p:cNvGrpSpPr/>
            <p:nvPr userDrawn="1"/>
          </p:nvGrpSpPr>
          <p:grpSpPr>
            <a:xfrm>
              <a:off x="12757282" y="3100116"/>
              <a:ext cx="1499406" cy="678267"/>
              <a:chOff x="12757283" y="3120781"/>
              <a:chExt cx="1499406" cy="678267"/>
            </a:xfrm>
          </p:grpSpPr>
          <p:sp>
            <p:nvSpPr>
              <p:cNvPr id="163" name="Rechthoek 162">
                <a:extLst>
                  <a:ext uri="{FF2B5EF4-FFF2-40B4-BE49-F238E27FC236}">
                    <a16:creationId xmlns:a16="http://schemas.microsoft.com/office/drawing/2014/main" id="{FC31FD13-F608-4A9F-A9B5-A1DBE021B0F4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64" name="Rechthoek 163">
                <a:extLst>
                  <a:ext uri="{FF2B5EF4-FFF2-40B4-BE49-F238E27FC236}">
                    <a16:creationId xmlns:a16="http://schemas.microsoft.com/office/drawing/2014/main" id="{CF08CDE9-48F1-47DE-A061-FE0A4BA5FB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65" name="Tekstvak 164">
                <a:extLst>
                  <a:ext uri="{FF2B5EF4-FFF2-40B4-BE49-F238E27FC236}">
                    <a16:creationId xmlns:a16="http://schemas.microsoft.com/office/drawing/2014/main" id="{2D3759EA-0329-4D2E-B950-F6DEA1DA7463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66" name="Tekstvak 165">
                <a:extLst>
                  <a:ext uri="{FF2B5EF4-FFF2-40B4-BE49-F238E27FC236}">
                    <a16:creationId xmlns:a16="http://schemas.microsoft.com/office/drawing/2014/main" id="{346A390B-4F04-46FE-AEA9-E9933CF3A16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67" name="Picture 3">
                <a:extLst>
                  <a:ext uri="{FF2B5EF4-FFF2-40B4-BE49-F238E27FC236}">
                    <a16:creationId xmlns:a16="http://schemas.microsoft.com/office/drawing/2014/main" id="{5D959765-4B6B-4C0F-9E1B-41CEB29D9BFB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68" name="Gelijkbenige driehoek 167">
                <a:extLst>
                  <a:ext uri="{FF2B5EF4-FFF2-40B4-BE49-F238E27FC236}">
                    <a16:creationId xmlns:a16="http://schemas.microsoft.com/office/drawing/2014/main" id="{3F8C1FF6-930D-4B1F-883F-C386F95C16CE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69" name="Groep 168">
                <a:extLst>
                  <a:ext uri="{FF2B5EF4-FFF2-40B4-BE49-F238E27FC236}">
                    <a16:creationId xmlns:a16="http://schemas.microsoft.com/office/drawing/2014/main" id="{3C538D33-FDEF-4E14-A185-047D677D69D7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4" name="Rechthoek 173">
                  <a:extLst>
                    <a:ext uri="{FF2B5EF4-FFF2-40B4-BE49-F238E27FC236}">
                      <a16:creationId xmlns:a16="http://schemas.microsoft.com/office/drawing/2014/main" id="{274FBD21-6828-4B68-913F-584B4B0E1202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5" name="Rechthoek 174">
                  <a:extLst>
                    <a:ext uri="{FF2B5EF4-FFF2-40B4-BE49-F238E27FC236}">
                      <a16:creationId xmlns:a16="http://schemas.microsoft.com/office/drawing/2014/main" id="{09BA5AE3-A533-4B65-BBD2-1EFCA1EDBE45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6" name="Rechthoek 175">
                  <a:extLst>
                    <a:ext uri="{FF2B5EF4-FFF2-40B4-BE49-F238E27FC236}">
                      <a16:creationId xmlns:a16="http://schemas.microsoft.com/office/drawing/2014/main" id="{72E84307-5A87-442F-8FF9-7FEBE7B50706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70" name="Groep 169">
                <a:extLst>
                  <a:ext uri="{FF2B5EF4-FFF2-40B4-BE49-F238E27FC236}">
                    <a16:creationId xmlns:a16="http://schemas.microsoft.com/office/drawing/2014/main" id="{495CC8FE-D427-4294-BDD6-26C033F57EBE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71" name="Rechthoek 170">
                  <a:extLst>
                    <a:ext uri="{FF2B5EF4-FFF2-40B4-BE49-F238E27FC236}">
                      <a16:creationId xmlns:a16="http://schemas.microsoft.com/office/drawing/2014/main" id="{FC68A5C7-E609-41C7-B288-8F2C7EA9B1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2" name="Rechthoek 171">
                  <a:extLst>
                    <a:ext uri="{FF2B5EF4-FFF2-40B4-BE49-F238E27FC236}">
                      <a16:creationId xmlns:a16="http://schemas.microsoft.com/office/drawing/2014/main" id="{3321C70B-29B3-48B6-A676-0F8E5F570EF1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73" name="Rechthoek 172">
                  <a:extLst>
                    <a:ext uri="{FF2B5EF4-FFF2-40B4-BE49-F238E27FC236}">
                      <a16:creationId xmlns:a16="http://schemas.microsoft.com/office/drawing/2014/main" id="{417364DA-3A21-4534-B44E-7A3B1ADE2C81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62" name="Meer informatie">
              <a:extLst>
                <a:ext uri="{FF2B5EF4-FFF2-40B4-BE49-F238E27FC236}">
                  <a16:creationId xmlns:a16="http://schemas.microsoft.com/office/drawing/2014/main" id="{650CD994-0CE0-4FE2-99FF-9744C95370A3}"/>
                </a:ext>
              </a:extLst>
            </p:cNvPr>
            <p:cNvGrpSpPr/>
            <p:nvPr userDrawn="1"/>
          </p:nvGrpSpPr>
          <p:grpSpPr>
            <a:xfrm>
              <a:off x="12396764" y="5806296"/>
              <a:ext cx="3178515" cy="783273"/>
              <a:chOff x="-3741486" y="3386444"/>
              <a:chExt cx="3178515" cy="783273"/>
            </a:xfrm>
          </p:grpSpPr>
          <p:sp>
            <p:nvSpPr>
              <p:cNvPr id="160" name="Freeform 101">
                <a:extLst>
                  <a:ext uri="{FF2B5EF4-FFF2-40B4-BE49-F238E27FC236}">
                    <a16:creationId xmlns:a16="http://schemas.microsoft.com/office/drawing/2014/main" id="{B75B8996-C368-4210-8D25-5937B697B9E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61" name="Rechthoek 160">
                <a:extLst>
                  <a:ext uri="{FF2B5EF4-FFF2-40B4-BE49-F238E27FC236}">
                    <a16:creationId xmlns:a16="http://schemas.microsoft.com/office/drawing/2014/main" id="{E05D4D07-5FB3-4EC9-86F9-4E9D6220A1A1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62" name="Rechte verbindingslijn 161">
                <a:extLst>
                  <a:ext uri="{FF2B5EF4-FFF2-40B4-BE49-F238E27FC236}">
                    <a16:creationId xmlns:a16="http://schemas.microsoft.com/office/drawing/2014/main" id="{C5897805-9BF7-466B-90B4-122E11DA9C8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8A2936BC-0D2F-4DEC-9A36-D49BB4790B82}"/>
                </a:ext>
              </a:extLst>
            </p:cNvPr>
            <p:cNvSpPr/>
            <p:nvPr userDrawn="1"/>
          </p:nvSpPr>
          <p:spPr>
            <a:xfrm>
              <a:off x="12397262" y="0"/>
              <a:ext cx="3178016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69" name="Ovaal 68">
              <a:extLst>
                <a:ext uri="{FF2B5EF4-FFF2-40B4-BE49-F238E27FC236}">
                  <a16:creationId xmlns:a16="http://schemas.microsoft.com/office/drawing/2014/main" id="{D8479DE8-58D3-4BD6-8B33-1D342945635A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70" name="Rechte verbindingslijn 69">
              <a:extLst>
                <a:ext uri="{FF2B5EF4-FFF2-40B4-BE49-F238E27FC236}">
                  <a16:creationId xmlns:a16="http://schemas.microsoft.com/office/drawing/2014/main" id="{F68F612D-E2FE-438B-AF6C-D650A11D617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71" name="Rechte verbindingslijn 70">
              <a:extLst>
                <a:ext uri="{FF2B5EF4-FFF2-40B4-BE49-F238E27FC236}">
                  <a16:creationId xmlns:a16="http://schemas.microsoft.com/office/drawing/2014/main" id="{1719104B-BFD6-4F99-ACB0-76A6B91F6BF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57793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6A76C2CE-5F20-4EB2-9A6F-65D70EA662D3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595423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 </a:t>
              </a: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73" name="Rechte verbindingslijn 72">
              <a:extLst>
                <a:ext uri="{FF2B5EF4-FFF2-40B4-BE49-F238E27FC236}">
                  <a16:creationId xmlns:a16="http://schemas.microsoft.com/office/drawing/2014/main" id="{B642726B-5625-41A3-97FD-51B3ADC166E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5688413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75" name="Ovaal 74">
              <a:extLst>
                <a:ext uri="{FF2B5EF4-FFF2-40B4-BE49-F238E27FC236}">
                  <a16:creationId xmlns:a16="http://schemas.microsoft.com/office/drawing/2014/main" id="{6A1D5F81-2CCD-4841-A8BC-C55424790FDA}"/>
                </a:ext>
              </a:extLst>
            </p:cNvPr>
            <p:cNvSpPr/>
            <p:nvPr userDrawn="1"/>
          </p:nvSpPr>
          <p:spPr>
            <a:xfrm>
              <a:off x="12391601" y="1706398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76" name="Rechthoek 75">
              <a:extLst>
                <a:ext uri="{FF2B5EF4-FFF2-40B4-BE49-F238E27FC236}">
                  <a16:creationId xmlns:a16="http://schemas.microsoft.com/office/drawing/2014/main" id="{51DEED6B-8A75-4CCC-B153-B4C182E02F93}"/>
                </a:ext>
              </a:extLst>
            </p:cNvPr>
            <p:cNvSpPr/>
            <p:nvPr userDrawn="1"/>
          </p:nvSpPr>
          <p:spPr>
            <a:xfrm>
              <a:off x="12757282" y="1772461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77" name="Groep 76">
              <a:extLst>
                <a:ext uri="{FF2B5EF4-FFF2-40B4-BE49-F238E27FC236}">
                  <a16:creationId xmlns:a16="http://schemas.microsoft.com/office/drawing/2014/main" id="{39404035-A07A-4071-8C0F-8FC1846C53EC}"/>
                </a:ext>
              </a:extLst>
            </p:cNvPr>
            <p:cNvGrpSpPr/>
            <p:nvPr userDrawn="1"/>
          </p:nvGrpSpPr>
          <p:grpSpPr>
            <a:xfrm>
              <a:off x="12757282" y="2184550"/>
              <a:ext cx="825500" cy="209550"/>
              <a:chOff x="13504624" y="2482850"/>
              <a:chExt cx="825500" cy="209550"/>
            </a:xfrm>
          </p:grpSpPr>
          <p:sp>
            <p:nvSpPr>
              <p:cNvPr id="157" name="Rechthoek 156">
                <a:extLst>
                  <a:ext uri="{FF2B5EF4-FFF2-40B4-BE49-F238E27FC236}">
                    <a16:creationId xmlns:a16="http://schemas.microsoft.com/office/drawing/2014/main" id="{B9FCAFAF-FDFA-45FE-8FB4-A95BFDF2CA00}"/>
                  </a:ext>
                </a:extLst>
              </p:cNvPr>
              <p:cNvSpPr/>
              <p:nvPr userDrawn="1"/>
            </p:nvSpPr>
            <p:spPr>
              <a:xfrm>
                <a:off x="13504624" y="2482850"/>
                <a:ext cx="825500" cy="209550"/>
              </a:xfrm>
              <a:prstGeom prst="rect">
                <a:avLst/>
              </a:prstGeom>
              <a:solidFill>
                <a:srgbClr val="E5F1FB"/>
              </a:solidFill>
              <a:ln w="12700">
                <a:solidFill>
                  <a:srgbClr val="0B7ED9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58" name="Rechte verbindingslijn 157">
                <a:extLst>
                  <a:ext uri="{FF2B5EF4-FFF2-40B4-BE49-F238E27FC236}">
                    <a16:creationId xmlns:a16="http://schemas.microsoft.com/office/drawing/2014/main" id="{937B9EA0-1740-4175-BB87-E60F9BF3440D}"/>
                  </a:ext>
                </a:extLst>
              </p:cNvPr>
              <p:cNvCxnSpPr/>
              <p:nvPr userDrawn="1"/>
            </p:nvCxnSpPr>
            <p:spPr>
              <a:xfrm>
                <a:off x="14155269" y="2515250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59" name="Gelijkbenige driehoek 158">
                <a:extLst>
                  <a:ext uri="{FF2B5EF4-FFF2-40B4-BE49-F238E27FC236}">
                    <a16:creationId xmlns:a16="http://schemas.microsoft.com/office/drawing/2014/main" id="{AD5D6E17-3679-4ECD-BB9A-094F5E0E7170}"/>
                  </a:ext>
                </a:extLst>
              </p:cNvPr>
              <p:cNvSpPr/>
              <p:nvPr userDrawn="1"/>
            </p:nvSpPr>
            <p:spPr>
              <a:xfrm rot="10800000">
                <a:off x="14196089" y="2566904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78" name="Groep 77">
              <a:extLst>
                <a:ext uri="{FF2B5EF4-FFF2-40B4-BE49-F238E27FC236}">
                  <a16:creationId xmlns:a16="http://schemas.microsoft.com/office/drawing/2014/main" id="{31D6A9A0-2C04-45EC-9FC9-53A66589F59A}"/>
                </a:ext>
              </a:extLst>
            </p:cNvPr>
            <p:cNvGrpSpPr/>
            <p:nvPr userDrawn="1"/>
          </p:nvGrpSpPr>
          <p:grpSpPr>
            <a:xfrm>
              <a:off x="12757282" y="1141626"/>
              <a:ext cx="294789" cy="318834"/>
              <a:chOff x="14466489" y="1001522"/>
              <a:chExt cx="290627" cy="314333"/>
            </a:xfrm>
          </p:grpSpPr>
          <p:sp>
            <p:nvSpPr>
              <p:cNvPr id="151" name="Rechthoek 150">
                <a:extLst>
                  <a:ext uri="{FF2B5EF4-FFF2-40B4-BE49-F238E27FC236}">
                    <a16:creationId xmlns:a16="http://schemas.microsoft.com/office/drawing/2014/main" id="{7537D14E-3145-41AA-8BA6-E2DA4792DAB5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52" name="Ovaal 151">
                <a:extLst>
                  <a:ext uri="{FF2B5EF4-FFF2-40B4-BE49-F238E27FC236}">
                    <a16:creationId xmlns:a16="http://schemas.microsoft.com/office/drawing/2014/main" id="{5A063F0D-3016-4D67-A80E-A2ACE05C76A0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3" name="Vrije vorm: vorm 152">
                <a:extLst>
                  <a:ext uri="{FF2B5EF4-FFF2-40B4-BE49-F238E27FC236}">
                    <a16:creationId xmlns:a16="http://schemas.microsoft.com/office/drawing/2014/main" id="{B6672389-7339-4818-917A-210CB31A7851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54" name="Rechthoek: afgeronde hoeken 153">
                <a:extLst>
                  <a:ext uri="{FF2B5EF4-FFF2-40B4-BE49-F238E27FC236}">
                    <a16:creationId xmlns:a16="http://schemas.microsoft.com/office/drawing/2014/main" id="{CC87DF75-C992-4B02-97F4-10B66F4FCBB5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55" name="Rechte verbindingslijn 154">
                <a:extLst>
                  <a:ext uri="{FF2B5EF4-FFF2-40B4-BE49-F238E27FC236}">
                    <a16:creationId xmlns:a16="http://schemas.microsoft.com/office/drawing/2014/main" id="{A594B960-EC39-48A1-BD3B-8BDE1CEA55DC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56" name="Rechte verbindingslijn 155">
                <a:extLst>
                  <a:ext uri="{FF2B5EF4-FFF2-40B4-BE49-F238E27FC236}">
                    <a16:creationId xmlns:a16="http://schemas.microsoft.com/office/drawing/2014/main" id="{29E4933F-B681-40E9-81E6-4BFE50351C8B}"/>
                  </a:ext>
                </a:extLst>
              </p:cNvPr>
              <p:cNvCxnSpPr>
                <a:cxnSpLocks/>
                <a:stCxn id="154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79" name="Ovaal 78">
              <a:extLst>
                <a:ext uri="{FF2B5EF4-FFF2-40B4-BE49-F238E27FC236}">
                  <a16:creationId xmlns:a16="http://schemas.microsoft.com/office/drawing/2014/main" id="{95ADBB4B-DB43-4B95-BBB1-4EF78D913B23}"/>
                </a:ext>
              </a:extLst>
            </p:cNvPr>
            <p:cNvSpPr/>
            <p:nvPr userDrawn="1"/>
          </p:nvSpPr>
          <p:spPr>
            <a:xfrm>
              <a:off x="12391601" y="26179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80" name="Rechthoek 79">
              <a:extLst>
                <a:ext uri="{FF2B5EF4-FFF2-40B4-BE49-F238E27FC236}">
                  <a16:creationId xmlns:a16="http://schemas.microsoft.com/office/drawing/2014/main" id="{28504821-72A2-4CEA-9D50-70679CC2C0B7}"/>
                </a:ext>
              </a:extLst>
            </p:cNvPr>
            <p:cNvSpPr/>
            <p:nvPr userDrawn="1"/>
          </p:nvSpPr>
          <p:spPr>
            <a:xfrm>
              <a:off x="12757283" y="2684015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82" name="Rechte verbindingslijn 81">
              <a:extLst>
                <a:ext uri="{FF2B5EF4-FFF2-40B4-BE49-F238E27FC236}">
                  <a16:creationId xmlns:a16="http://schemas.microsoft.com/office/drawing/2014/main" id="{240EAD0F-2F2B-4096-9FD4-D4694C040511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997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83" name="Groep 82">
              <a:extLst>
                <a:ext uri="{FF2B5EF4-FFF2-40B4-BE49-F238E27FC236}">
                  <a16:creationId xmlns:a16="http://schemas.microsoft.com/office/drawing/2014/main" id="{21918E90-E0C4-4A19-B70F-77772F93CCCE}"/>
                </a:ext>
              </a:extLst>
            </p:cNvPr>
            <p:cNvGrpSpPr/>
            <p:nvPr userDrawn="1"/>
          </p:nvGrpSpPr>
          <p:grpSpPr>
            <a:xfrm>
              <a:off x="12757282" y="4967075"/>
              <a:ext cx="1499406" cy="580946"/>
              <a:chOff x="12757283" y="3120781"/>
              <a:chExt cx="1499406" cy="580946"/>
            </a:xfrm>
          </p:grpSpPr>
          <p:sp>
            <p:nvSpPr>
              <p:cNvPr id="137" name="Rechthoek 136">
                <a:extLst>
                  <a:ext uri="{FF2B5EF4-FFF2-40B4-BE49-F238E27FC236}">
                    <a16:creationId xmlns:a16="http://schemas.microsoft.com/office/drawing/2014/main" id="{C505D121-7242-4280-A811-F9654B7259E3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38" name="Rechthoek 137">
                <a:extLst>
                  <a:ext uri="{FF2B5EF4-FFF2-40B4-BE49-F238E27FC236}">
                    <a16:creationId xmlns:a16="http://schemas.microsoft.com/office/drawing/2014/main" id="{9E207B54-A356-463F-BDD8-988B2933314B}"/>
                  </a:ext>
                </a:extLst>
              </p:cNvPr>
              <p:cNvSpPr/>
              <p:nvPr userDrawn="1"/>
            </p:nvSpPr>
            <p:spPr>
              <a:xfrm>
                <a:off x="12761843" y="314642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7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39" name="Tekstvak 138">
                <a:extLst>
                  <a:ext uri="{FF2B5EF4-FFF2-40B4-BE49-F238E27FC236}">
                    <a16:creationId xmlns:a16="http://schemas.microsoft.com/office/drawing/2014/main" id="{030C3FAC-57AC-41A4-B754-252703D57B58}"/>
                  </a:ext>
                </a:extLst>
              </p:cNvPr>
              <p:cNvSpPr txBox="1"/>
              <p:nvPr userDrawn="1"/>
            </p:nvSpPr>
            <p:spPr>
              <a:xfrm>
                <a:off x="12997648" y="317347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40" name="Tekstvak 139">
                <a:extLst>
                  <a:ext uri="{FF2B5EF4-FFF2-40B4-BE49-F238E27FC236}">
                    <a16:creationId xmlns:a16="http://schemas.microsoft.com/office/drawing/2014/main" id="{5C11FAC4-4C9D-4DED-B58C-8B3C3878D53D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41" name="Picture 3">
                <a:extLst>
                  <a:ext uri="{FF2B5EF4-FFF2-40B4-BE49-F238E27FC236}">
                    <a16:creationId xmlns:a16="http://schemas.microsoft.com/office/drawing/2014/main" id="{05F88D51-A991-4386-ADA4-11EDA59DD8E6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24386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42" name="Gelijkbenige driehoek 141">
                <a:extLst>
                  <a:ext uri="{FF2B5EF4-FFF2-40B4-BE49-F238E27FC236}">
                    <a16:creationId xmlns:a16="http://schemas.microsoft.com/office/drawing/2014/main" id="{8DE089DD-599B-460B-9DAE-D75E57CA5E25}"/>
                  </a:ext>
                </a:extLst>
              </p:cNvPr>
              <p:cNvSpPr/>
              <p:nvPr userDrawn="1"/>
            </p:nvSpPr>
            <p:spPr>
              <a:xfrm rot="5400000">
                <a:off x="14094210" y="32441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43" name="Groep 142">
                <a:extLst>
                  <a:ext uri="{FF2B5EF4-FFF2-40B4-BE49-F238E27FC236}">
                    <a16:creationId xmlns:a16="http://schemas.microsoft.com/office/drawing/2014/main" id="{A5951D05-6D0B-4634-A3CD-03C4848054FA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8" name="Rechthoek 147">
                  <a:extLst>
                    <a:ext uri="{FF2B5EF4-FFF2-40B4-BE49-F238E27FC236}">
                      <a16:creationId xmlns:a16="http://schemas.microsoft.com/office/drawing/2014/main" id="{07BDD439-596B-4C5D-A74F-A713FEB706E9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9" name="Rechthoek 148">
                  <a:extLst>
                    <a:ext uri="{FF2B5EF4-FFF2-40B4-BE49-F238E27FC236}">
                      <a16:creationId xmlns:a16="http://schemas.microsoft.com/office/drawing/2014/main" id="{3981B1DD-F789-4EA5-B4C6-9CEFC733AEC2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50" name="Rechthoek 149">
                  <a:extLst>
                    <a:ext uri="{FF2B5EF4-FFF2-40B4-BE49-F238E27FC236}">
                      <a16:creationId xmlns:a16="http://schemas.microsoft.com/office/drawing/2014/main" id="{842F42B4-4878-410D-904A-E73DA089926C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44" name="Groep 143">
                <a:extLst>
                  <a:ext uri="{FF2B5EF4-FFF2-40B4-BE49-F238E27FC236}">
                    <a16:creationId xmlns:a16="http://schemas.microsoft.com/office/drawing/2014/main" id="{4E12BE22-FB15-497E-9873-919D343F0EBF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145" name="Rechthoek 144">
                  <a:extLst>
                    <a:ext uri="{FF2B5EF4-FFF2-40B4-BE49-F238E27FC236}">
                      <a16:creationId xmlns:a16="http://schemas.microsoft.com/office/drawing/2014/main" id="{041B8852-528A-4DE0-90D1-89383BC87B3E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6" name="Rechthoek 145">
                  <a:extLst>
                    <a:ext uri="{FF2B5EF4-FFF2-40B4-BE49-F238E27FC236}">
                      <a16:creationId xmlns:a16="http://schemas.microsoft.com/office/drawing/2014/main" id="{DA209949-23BB-4725-8472-A7C4CE10DDFB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147" name="Rechthoek 146">
                  <a:extLst>
                    <a:ext uri="{FF2B5EF4-FFF2-40B4-BE49-F238E27FC236}">
                      <a16:creationId xmlns:a16="http://schemas.microsoft.com/office/drawing/2014/main" id="{C024A17F-57DA-4CE8-8CFB-620696FBEB80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sp>
          <p:nvSpPr>
            <p:cNvPr id="84" name="Ovaal 83">
              <a:extLst>
                <a:ext uri="{FF2B5EF4-FFF2-40B4-BE49-F238E27FC236}">
                  <a16:creationId xmlns:a16="http://schemas.microsoft.com/office/drawing/2014/main" id="{6B404E5B-A21A-48CD-9633-E950FE14BC16}"/>
                </a:ext>
              </a:extLst>
            </p:cNvPr>
            <p:cNvSpPr/>
            <p:nvPr userDrawn="1"/>
          </p:nvSpPr>
          <p:spPr>
            <a:xfrm>
              <a:off x="12391601" y="4027651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4</a:t>
              </a:r>
            </a:p>
          </p:txBody>
        </p:sp>
        <p:sp>
          <p:nvSpPr>
            <p:cNvPr id="85" name="Rechthoek 84">
              <a:extLst>
                <a:ext uri="{FF2B5EF4-FFF2-40B4-BE49-F238E27FC236}">
                  <a16:creationId xmlns:a16="http://schemas.microsoft.com/office/drawing/2014/main" id="{3BD891F5-8C9E-4D5F-9723-D81EB874E023}"/>
                </a:ext>
              </a:extLst>
            </p:cNvPr>
            <p:cNvSpPr/>
            <p:nvPr userDrawn="1"/>
          </p:nvSpPr>
          <p:spPr>
            <a:xfrm>
              <a:off x="12757283" y="4093714"/>
              <a:ext cx="2817996" cy="628659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Staat het invoegvenster achter de oranje lijn? Klik dan op de rechtermuisknop en kies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voorgrond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 om deze naar voren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te halen. Klik na het invoegen op 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Naar achtergrond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’.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35" name="Rechte verbindingslijn 134">
              <a:extLst>
                <a:ext uri="{FF2B5EF4-FFF2-40B4-BE49-F238E27FC236}">
                  <a16:creationId xmlns:a16="http://schemas.microsoft.com/office/drawing/2014/main" id="{A8CAD07D-6BEC-4525-A385-59CA6FD1ACC3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390948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</p:grpSp>
      <p:sp>
        <p:nvSpPr>
          <p:cNvPr id="74" name="logo">
            <a:extLst>
              <a:ext uri="{FF2B5EF4-FFF2-40B4-BE49-F238E27FC236}">
                <a16:creationId xmlns:a16="http://schemas.microsoft.com/office/drawing/2014/main" id="{458ED21E-36CB-428F-A21D-04589AFD8EE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3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5" name="Tijdelijke aanduiding voor tekst 4">
            <a:extLst>
              <a:ext uri="{FF2B5EF4-FFF2-40B4-BE49-F238E27FC236}">
                <a16:creationId xmlns:a16="http://schemas.microsoft.com/office/drawing/2014/main" id="{7AF0307D-613D-4A4A-87F3-837BD313BCE6}"/>
              </a:ext>
            </a:extLst>
          </p:cNvPr>
          <p:cNvSpPr>
            <a:spLocks noGrp="1"/>
          </p:cNvSpPr>
          <p:nvPr>
            <p:ph type="body" sz="quarter" idx="65" hasCustomPrompt="1"/>
          </p:nvPr>
        </p:nvSpPr>
        <p:spPr>
          <a:xfrm>
            <a:off x="820498" y="824593"/>
            <a:ext cx="4448188" cy="5233988"/>
          </a:xfrm>
          <a:prstGeom prst="roundRect">
            <a:avLst>
              <a:gd name="adj" fmla="val 3255"/>
            </a:avLst>
          </a:prstGeom>
          <a:solidFill>
            <a:schemeClr val="bg1">
              <a:alpha val="70000"/>
            </a:schemeClr>
          </a:solidFill>
          <a:ln w="12700">
            <a:noFill/>
          </a:ln>
        </p:spPr>
        <p:txBody>
          <a:bodyPr lIns="180000" tIns="252000" rIns="180000" bIns="252000" anchor="ctr" anchorCtr="0"/>
          <a:lstStyle>
            <a:lvl1pPr marL="0" indent="0" algn="ctr">
              <a:buFont typeface="Arial" panose="020B0604020202020204" pitchFamily="34" charset="0"/>
              <a:buNone/>
              <a:defRPr sz="4000" b="0">
                <a:solidFill>
                  <a:schemeClr val="tx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nl-NL" dirty="0"/>
              <a:t>‘’Plaats hier </a:t>
            </a:r>
            <a:br>
              <a:rPr lang="nl-NL" dirty="0"/>
            </a:br>
            <a:r>
              <a:rPr lang="nl-NL" dirty="0"/>
              <a:t>de citaat’’</a:t>
            </a:r>
          </a:p>
          <a:p>
            <a:pPr lvl="0"/>
            <a:r>
              <a:rPr lang="nl-NL" dirty="0"/>
              <a:t>JU-LEVEL1=Citaat</a:t>
            </a:r>
          </a:p>
        </p:txBody>
      </p:sp>
      <p:sp>
        <p:nvSpPr>
          <p:cNvPr id="95" name="Tijdelijke aanduiding voor dianummer 5">
            <a:extLst>
              <a:ext uri="{FF2B5EF4-FFF2-40B4-BE49-F238E27FC236}">
                <a16:creationId xmlns:a16="http://schemas.microsoft.com/office/drawing/2014/main" id="{621E4A0F-D5B5-4E58-B6EA-4A7F4DFB61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417980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LLEEN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07893"/>
            <a:ext cx="3140325" cy="216909"/>
          </a:xfrm>
        </p:spPr>
        <p:txBody>
          <a:bodyPr/>
          <a:lstStyle/>
          <a:p>
            <a:fld id="{83364D3C-7064-4347-94A0-F2074AB9AB5B}" type="datetime1">
              <a:rPr lang="nl-NL" smtClean="0"/>
              <a:t>3-3-2025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07893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6" name="Tijdelijke aanduiding voor dianummer 5">
            <a:extLst>
              <a:ext uri="{FF2B5EF4-FFF2-40B4-BE49-F238E27FC236}">
                <a16:creationId xmlns:a16="http://schemas.microsoft.com/office/drawing/2014/main" id="{4D6B08DF-E31D-400F-9D49-014B2090B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278050" y="-885712"/>
            <a:ext cx="1635934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ALLEEN TITEL</a:t>
            </a:r>
          </a:p>
        </p:txBody>
      </p:sp>
      <p:pic>
        <p:nvPicPr>
          <p:cNvPr id="36" name="logo">
            <a:extLst>
              <a:ext uri="{FF2B5EF4-FFF2-40B4-BE49-F238E27FC236}">
                <a16:creationId xmlns:a16="http://schemas.microsoft.com/office/drawing/2014/main" id="{26B97214-EB17-4B4C-A83C-2409CD416F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grpSp>
        <p:nvGrpSpPr>
          <p:cNvPr id="38" name="GRID" hidden="1">
            <a:extLst>
              <a:ext uri="{FF2B5EF4-FFF2-40B4-BE49-F238E27FC236}">
                <a16:creationId xmlns:a16="http://schemas.microsoft.com/office/drawing/2014/main" id="{639A76BF-A163-4EFD-8CFF-4BFA25D0FEB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9" name="Rechthoek 38">
              <a:extLst>
                <a:ext uri="{FF2B5EF4-FFF2-40B4-BE49-F238E27FC236}">
                  <a16:creationId xmlns:a16="http://schemas.microsoft.com/office/drawing/2014/main" id="{D00E6290-8C9C-4F77-93B2-6502D3515E19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0" name="Rechthoek 39">
              <a:extLst>
                <a:ext uri="{FF2B5EF4-FFF2-40B4-BE49-F238E27FC236}">
                  <a16:creationId xmlns:a16="http://schemas.microsoft.com/office/drawing/2014/main" id="{2C27B0A1-76DD-46F5-91B4-0E59C6218A45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1" name="Rechthoek 40">
              <a:extLst>
                <a:ext uri="{FF2B5EF4-FFF2-40B4-BE49-F238E27FC236}">
                  <a16:creationId xmlns:a16="http://schemas.microsoft.com/office/drawing/2014/main" id="{FACD1F38-57BF-4C6E-9241-DE4C2D895E41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2" name="Rechthoek 41">
              <a:extLst>
                <a:ext uri="{FF2B5EF4-FFF2-40B4-BE49-F238E27FC236}">
                  <a16:creationId xmlns:a16="http://schemas.microsoft.com/office/drawing/2014/main" id="{589FA1D8-466C-4112-ADD7-5B535CDFB77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3" name="Rechthoek 42">
              <a:extLst>
                <a:ext uri="{FF2B5EF4-FFF2-40B4-BE49-F238E27FC236}">
                  <a16:creationId xmlns:a16="http://schemas.microsoft.com/office/drawing/2014/main" id="{3FD6F558-5E20-4BB5-8466-ABF62A84CBDE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4" name="Rechthoek 43">
              <a:extLst>
                <a:ext uri="{FF2B5EF4-FFF2-40B4-BE49-F238E27FC236}">
                  <a16:creationId xmlns:a16="http://schemas.microsoft.com/office/drawing/2014/main" id="{D167014A-79D1-475C-B572-0DD0EBEA4FC8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5" name="Rechthoek 44">
              <a:extLst>
                <a:ext uri="{FF2B5EF4-FFF2-40B4-BE49-F238E27FC236}">
                  <a16:creationId xmlns:a16="http://schemas.microsoft.com/office/drawing/2014/main" id="{5310A694-C177-48B0-9637-F7F43795911E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6" name="Rechthoek 45">
              <a:extLst>
                <a:ext uri="{FF2B5EF4-FFF2-40B4-BE49-F238E27FC236}">
                  <a16:creationId xmlns:a16="http://schemas.microsoft.com/office/drawing/2014/main" id="{244BF96B-7A55-44DD-A11B-2729D6D08EF7}"/>
                </a:ext>
              </a:extLst>
            </p:cNvPr>
            <p:cNvSpPr/>
            <p:nvPr userDrawn="1"/>
          </p:nvSpPr>
          <p:spPr>
            <a:xfrm>
              <a:off x="926910" y="6337267"/>
              <a:ext cx="1126509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7" name="Rechthoek 46">
              <a:extLst>
                <a:ext uri="{FF2B5EF4-FFF2-40B4-BE49-F238E27FC236}">
                  <a16:creationId xmlns:a16="http://schemas.microsoft.com/office/drawing/2014/main" id="{8CF30CC7-24F4-486B-BE5E-9178BF47AA80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8" name="Rechthoek 47">
              <a:extLst>
                <a:ext uri="{FF2B5EF4-FFF2-40B4-BE49-F238E27FC236}">
                  <a16:creationId xmlns:a16="http://schemas.microsoft.com/office/drawing/2014/main" id="{0D3D758D-F5D7-4981-9C91-0751CE0A3D7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49" name="Rechthoek 48">
              <a:extLst>
                <a:ext uri="{FF2B5EF4-FFF2-40B4-BE49-F238E27FC236}">
                  <a16:creationId xmlns:a16="http://schemas.microsoft.com/office/drawing/2014/main" id="{905494EE-D0BB-48C9-98FE-C0CE5007967B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50" name="Rechthoek 49">
              <a:extLst>
                <a:ext uri="{FF2B5EF4-FFF2-40B4-BE49-F238E27FC236}">
                  <a16:creationId xmlns:a16="http://schemas.microsoft.com/office/drawing/2014/main" id="{CF4AC7A3-CF6E-4270-A7DC-8EFDC6DBA286}"/>
                </a:ext>
              </a:extLst>
            </p:cNvPr>
            <p:cNvSpPr/>
            <p:nvPr userDrawn="1"/>
          </p:nvSpPr>
          <p:spPr>
            <a:xfrm>
              <a:off x="5964600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51" name="Titel 1">
            <a:extLst>
              <a:ext uri="{FF2B5EF4-FFF2-40B4-BE49-F238E27FC236}">
                <a16:creationId xmlns:a16="http://schemas.microsoft.com/office/drawing/2014/main" id="{8EEC04D4-F0CA-43BD-BFB9-58F71B9D4F2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21863" y="272177"/>
            <a:ext cx="1114622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52" name="Onder balkje">
            <a:extLst>
              <a:ext uri="{FF2B5EF4-FFF2-40B4-BE49-F238E27FC236}">
                <a16:creationId xmlns:a16="http://schemas.microsoft.com/office/drawing/2014/main" id="{B2ACF3EC-2949-48DB-9FF3-371DCF60586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936716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VOORSTELL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6995151"/>
            <a:ext cx="3140325" cy="216909"/>
          </a:xfrm>
        </p:spPr>
        <p:txBody>
          <a:bodyPr/>
          <a:lstStyle/>
          <a:p>
            <a:fld id="{53EE96EE-7724-42F6-A3E5-18EEB734E169}" type="datetime1">
              <a:rPr lang="nl-NL" smtClean="0"/>
              <a:t>3-3-2025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6995151"/>
            <a:ext cx="719350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 6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128974" y="-885712"/>
            <a:ext cx="1934093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VOORSTELLEN</a:t>
            </a:r>
          </a:p>
        </p:txBody>
      </p:sp>
      <p:grpSp>
        <p:nvGrpSpPr>
          <p:cNvPr id="164" name="Instructie">
            <a:extLst>
              <a:ext uri="{FF2B5EF4-FFF2-40B4-BE49-F238E27FC236}">
                <a16:creationId xmlns:a16="http://schemas.microsoft.com/office/drawing/2014/main" id="{37026B65-6948-43CC-8024-F1D2036974B0}"/>
              </a:ext>
            </a:extLst>
          </p:cNvPr>
          <p:cNvGrpSpPr/>
          <p:nvPr userDrawn="1"/>
        </p:nvGrpSpPr>
        <p:grpSpPr>
          <a:xfrm>
            <a:off x="12391601" y="0"/>
            <a:ext cx="3389661" cy="4934293"/>
            <a:chOff x="12391601" y="0"/>
            <a:chExt cx="3389661" cy="4934293"/>
          </a:xfrm>
        </p:grpSpPr>
        <p:grpSp>
          <p:nvGrpSpPr>
            <p:cNvPr id="165" name="Groep 164">
              <a:extLst>
                <a:ext uri="{FF2B5EF4-FFF2-40B4-BE49-F238E27FC236}">
                  <a16:creationId xmlns:a16="http://schemas.microsoft.com/office/drawing/2014/main" id="{C9B20113-4759-48C1-9881-247CCBE98DD8}"/>
                </a:ext>
              </a:extLst>
            </p:cNvPr>
            <p:cNvGrpSpPr/>
            <p:nvPr userDrawn="1"/>
          </p:nvGrpSpPr>
          <p:grpSpPr>
            <a:xfrm>
              <a:off x="12757282" y="3250242"/>
              <a:ext cx="1499406" cy="678267"/>
              <a:chOff x="12757283" y="3120781"/>
              <a:chExt cx="1499406" cy="678267"/>
            </a:xfrm>
          </p:grpSpPr>
          <p:sp>
            <p:nvSpPr>
              <p:cNvPr id="192" name="Rechthoek 191">
                <a:extLst>
                  <a:ext uri="{FF2B5EF4-FFF2-40B4-BE49-F238E27FC236}">
                    <a16:creationId xmlns:a16="http://schemas.microsoft.com/office/drawing/2014/main" id="{70DE0F46-9A43-45A3-8280-BC629B8D4CC1}"/>
                  </a:ext>
                </a:extLst>
              </p:cNvPr>
              <p:cNvSpPr/>
              <p:nvPr userDrawn="1"/>
            </p:nvSpPr>
            <p:spPr>
              <a:xfrm>
                <a:off x="12757283" y="3120781"/>
                <a:ext cx="1499406" cy="580946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93" name="Rechthoek 192">
                <a:extLst>
                  <a:ext uri="{FF2B5EF4-FFF2-40B4-BE49-F238E27FC236}">
                    <a16:creationId xmlns:a16="http://schemas.microsoft.com/office/drawing/2014/main" id="{72B758CA-6448-4B27-B22A-73FD81A23156}"/>
                  </a:ext>
                </a:extLst>
              </p:cNvPr>
              <p:cNvSpPr/>
              <p:nvPr userDrawn="1"/>
            </p:nvSpPr>
            <p:spPr>
              <a:xfrm>
                <a:off x="12761843" y="3432170"/>
                <a:ext cx="1478943" cy="257235"/>
              </a:xfrm>
              <a:prstGeom prst="rect">
                <a:avLst/>
              </a:prstGeom>
              <a:solidFill>
                <a:srgbClr val="FCE4DC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94" name="Tekstvak 193">
                <a:extLst>
                  <a:ext uri="{FF2B5EF4-FFF2-40B4-BE49-F238E27FC236}">
                    <a16:creationId xmlns:a16="http://schemas.microsoft.com/office/drawing/2014/main" id="{59C2BBDD-97DB-440D-B3CB-54C597D3A0BD}"/>
                  </a:ext>
                </a:extLst>
              </p:cNvPr>
              <p:cNvSpPr txBox="1"/>
              <p:nvPr userDrawn="1"/>
            </p:nvSpPr>
            <p:spPr>
              <a:xfrm>
                <a:off x="12997648" y="3159891"/>
                <a:ext cx="957818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voorgrond</a:t>
                </a:r>
              </a:p>
            </p:txBody>
          </p:sp>
          <p:sp>
            <p:nvSpPr>
              <p:cNvPr id="195" name="Tekstvak 194">
                <a:extLst>
                  <a:ext uri="{FF2B5EF4-FFF2-40B4-BE49-F238E27FC236}">
                    <a16:creationId xmlns:a16="http://schemas.microsoft.com/office/drawing/2014/main" id="{771169D2-EFDC-4694-999E-2025DE9EE1BB}"/>
                  </a:ext>
                </a:extLst>
              </p:cNvPr>
              <p:cNvSpPr txBox="1"/>
              <p:nvPr userDrawn="1"/>
            </p:nvSpPr>
            <p:spPr>
              <a:xfrm>
                <a:off x="12984219" y="3481017"/>
                <a:ext cx="1165564" cy="20313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0" algn="l" defTabSz="1217512" rtl="0" eaLnBrk="1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kern="1200" noProof="0">
                    <a:solidFill>
                      <a:schemeClr val="tx1"/>
                    </a:solidFill>
                    <a:latin typeface="Arial" panose="020B0604020202020204" pitchFamily="34" charset="0"/>
                    <a:ea typeface="+mn-ea"/>
                    <a:cs typeface="Arial" panose="020B0604020202020204" pitchFamily="34" charset="0"/>
                  </a:rPr>
                  <a:t>Naar achtergrond</a:t>
                </a:r>
              </a:p>
            </p:txBody>
          </p:sp>
          <p:pic>
            <p:nvPicPr>
              <p:cNvPr id="196" name="Picture 3">
                <a:extLst>
                  <a:ext uri="{FF2B5EF4-FFF2-40B4-BE49-F238E27FC236}">
                    <a16:creationId xmlns:a16="http://schemas.microsoft.com/office/drawing/2014/main" id="{CEE1DA5C-2467-4252-BF64-A9345864D9D1}"/>
                  </a:ext>
                </a:extLst>
              </p:cNvPr>
              <p:cNvPicPr>
                <a:picLocks noChangeAspect="1" noChangeArrowheads="1"/>
              </p:cNvPicPr>
              <p:nvPr userDrawn="1"/>
            </p:nvPicPr>
            <p:blipFill>
              <a:blip r:embed="rId2" cstate="email">
                <a:extLst>
                  <a:ext uri="{28A0092B-C50C-407E-A947-70E740481C1C}">
                    <a14:useLocalDpi xmlns:a14="http://schemas.microsoft.com/office/drawing/2010/main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13938926" y="3567717"/>
                <a:ext cx="143086" cy="231331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</p:pic>
          <p:sp>
            <p:nvSpPr>
              <p:cNvPr id="197" name="Gelijkbenige driehoek 196">
                <a:extLst>
                  <a:ext uri="{FF2B5EF4-FFF2-40B4-BE49-F238E27FC236}">
                    <a16:creationId xmlns:a16="http://schemas.microsoft.com/office/drawing/2014/main" id="{2FBBEC4F-CD14-491C-B9AA-9B1D29FDF150}"/>
                  </a:ext>
                </a:extLst>
              </p:cNvPr>
              <p:cNvSpPr/>
              <p:nvPr userDrawn="1"/>
            </p:nvSpPr>
            <p:spPr>
              <a:xfrm rot="5400000">
                <a:off x="14094210" y="3548999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grpSp>
            <p:nvGrpSpPr>
              <p:cNvPr id="198" name="Groep 197">
                <a:extLst>
                  <a:ext uri="{FF2B5EF4-FFF2-40B4-BE49-F238E27FC236}">
                    <a16:creationId xmlns:a16="http://schemas.microsoft.com/office/drawing/2014/main" id="{F41E19F4-1ADB-48EB-B67D-27A2AF6F1D63}"/>
                  </a:ext>
                </a:extLst>
              </p:cNvPr>
              <p:cNvGrpSpPr/>
              <p:nvPr userDrawn="1"/>
            </p:nvGrpSpPr>
            <p:grpSpPr>
              <a:xfrm>
                <a:off x="12822311" y="3178534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3" name="Rechthoek 202">
                  <a:extLst>
                    <a:ext uri="{FF2B5EF4-FFF2-40B4-BE49-F238E27FC236}">
                      <a16:creationId xmlns:a16="http://schemas.microsoft.com/office/drawing/2014/main" id="{D5FC398C-269A-49E8-8A64-64AABDADF7AA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4" name="Rechthoek 203">
                  <a:extLst>
                    <a:ext uri="{FF2B5EF4-FFF2-40B4-BE49-F238E27FC236}">
                      <a16:creationId xmlns:a16="http://schemas.microsoft.com/office/drawing/2014/main" id="{04ED29EE-FBE0-4481-BE52-B2AB359E877E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5" name="Rechthoek 204">
                  <a:extLst>
                    <a:ext uri="{FF2B5EF4-FFF2-40B4-BE49-F238E27FC236}">
                      <a16:creationId xmlns:a16="http://schemas.microsoft.com/office/drawing/2014/main" id="{D33C010D-13CC-40D2-989B-508ADF8E0765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  <p:grpSp>
            <p:nvGrpSpPr>
              <p:cNvPr id="199" name="Groep 198">
                <a:extLst>
                  <a:ext uri="{FF2B5EF4-FFF2-40B4-BE49-F238E27FC236}">
                    <a16:creationId xmlns:a16="http://schemas.microsoft.com/office/drawing/2014/main" id="{C875A591-EBA0-45D6-870D-3BECA0D0F7B5}"/>
                  </a:ext>
                </a:extLst>
              </p:cNvPr>
              <p:cNvGrpSpPr/>
              <p:nvPr userDrawn="1"/>
            </p:nvGrpSpPr>
            <p:grpSpPr>
              <a:xfrm>
                <a:off x="12822311" y="3480352"/>
                <a:ext cx="182309" cy="163794"/>
                <a:chOff x="12832541" y="3162395"/>
                <a:chExt cx="219532" cy="197236"/>
              </a:xfrm>
            </p:grpSpPr>
            <p:sp>
              <p:nvSpPr>
                <p:cNvPr id="200" name="Rechthoek 199">
                  <a:extLst>
                    <a:ext uri="{FF2B5EF4-FFF2-40B4-BE49-F238E27FC236}">
                      <a16:creationId xmlns:a16="http://schemas.microsoft.com/office/drawing/2014/main" id="{ED9CEDED-7608-4099-B0F2-67CBCC83AEAA}"/>
                    </a:ext>
                  </a:extLst>
                </p:cNvPr>
                <p:cNvSpPr/>
                <p:nvPr userDrawn="1"/>
              </p:nvSpPr>
              <p:spPr>
                <a:xfrm>
                  <a:off x="12873284" y="3191991"/>
                  <a:ext cx="138045" cy="138044"/>
                </a:xfrm>
                <a:prstGeom prst="rect">
                  <a:avLst/>
                </a:prstGeom>
                <a:solidFill>
                  <a:srgbClr val="EABE76"/>
                </a:solidFill>
                <a:ln w="12700">
                  <a:solidFill>
                    <a:schemeClr val="bg1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1" name="Rechthoek 200">
                  <a:extLst>
                    <a:ext uri="{FF2B5EF4-FFF2-40B4-BE49-F238E27FC236}">
                      <a16:creationId xmlns:a16="http://schemas.microsoft.com/office/drawing/2014/main" id="{CCE29130-9E34-487F-9106-B5FDF5C21508}"/>
                    </a:ext>
                  </a:extLst>
                </p:cNvPr>
                <p:cNvSpPr/>
                <p:nvPr userDrawn="1"/>
              </p:nvSpPr>
              <p:spPr>
                <a:xfrm>
                  <a:off x="12832541" y="3162395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  <p:sp>
              <p:nvSpPr>
                <p:cNvPr id="202" name="Rechthoek 201">
                  <a:extLst>
                    <a:ext uri="{FF2B5EF4-FFF2-40B4-BE49-F238E27FC236}">
                      <a16:creationId xmlns:a16="http://schemas.microsoft.com/office/drawing/2014/main" id="{2033FAF5-9A0C-4D5C-8A37-39CD78C82A83}"/>
                    </a:ext>
                  </a:extLst>
                </p:cNvPr>
                <p:cNvSpPr/>
                <p:nvPr userDrawn="1"/>
              </p:nvSpPr>
              <p:spPr>
                <a:xfrm>
                  <a:off x="12970586" y="3278144"/>
                  <a:ext cx="81487" cy="81487"/>
                </a:xfrm>
                <a:prstGeom prst="rect">
                  <a:avLst/>
                </a:prstGeom>
                <a:solidFill>
                  <a:schemeClr val="bg1"/>
                </a:solidFill>
                <a:ln w="12700">
                  <a:solidFill>
                    <a:schemeClr val="tx2"/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nl-NL" noProof="0"/>
                </a:p>
              </p:txBody>
            </p:sp>
          </p:grpSp>
        </p:grpSp>
        <p:grpSp>
          <p:nvGrpSpPr>
            <p:cNvPr id="166" name="Meer informatie">
              <a:extLst>
                <a:ext uri="{FF2B5EF4-FFF2-40B4-BE49-F238E27FC236}">
                  <a16:creationId xmlns:a16="http://schemas.microsoft.com/office/drawing/2014/main" id="{5526D891-AD8C-44F9-B187-13E5DCB2E139}"/>
                </a:ext>
              </a:extLst>
            </p:cNvPr>
            <p:cNvGrpSpPr/>
            <p:nvPr userDrawn="1"/>
          </p:nvGrpSpPr>
          <p:grpSpPr>
            <a:xfrm>
              <a:off x="12396764" y="4151020"/>
              <a:ext cx="3178515" cy="783273"/>
              <a:chOff x="-3741486" y="3386444"/>
              <a:chExt cx="3178515" cy="783273"/>
            </a:xfrm>
          </p:grpSpPr>
          <p:sp>
            <p:nvSpPr>
              <p:cNvPr id="189" name="Freeform 101">
                <a:extLst>
                  <a:ext uri="{FF2B5EF4-FFF2-40B4-BE49-F238E27FC236}">
                    <a16:creationId xmlns:a16="http://schemas.microsoft.com/office/drawing/2014/main" id="{59822D6C-2DC3-4442-8B3C-6AB767BA813B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-3741486" y="3386444"/>
                <a:ext cx="255753" cy="255753"/>
              </a:xfrm>
              <a:custGeom>
                <a:avLst/>
                <a:gdLst>
                  <a:gd name="T0" fmla="*/ 0 w 292"/>
                  <a:gd name="T1" fmla="*/ 146 h 292"/>
                  <a:gd name="T2" fmla="*/ 4 w 292"/>
                  <a:gd name="T3" fmla="*/ 113 h 292"/>
                  <a:gd name="T4" fmla="*/ 14 w 292"/>
                  <a:gd name="T5" fmla="*/ 82 h 292"/>
                  <a:gd name="T6" fmla="*/ 31 w 292"/>
                  <a:gd name="T7" fmla="*/ 55 h 292"/>
                  <a:gd name="T8" fmla="*/ 53 w 292"/>
                  <a:gd name="T9" fmla="*/ 32 h 292"/>
                  <a:gd name="T10" fmla="*/ 81 w 292"/>
                  <a:gd name="T11" fmla="*/ 15 h 292"/>
                  <a:gd name="T12" fmla="*/ 112 w 292"/>
                  <a:gd name="T13" fmla="*/ 4 h 292"/>
                  <a:gd name="T14" fmla="*/ 145 w 292"/>
                  <a:gd name="T15" fmla="*/ 0 h 292"/>
                  <a:gd name="T16" fmla="*/ 179 w 292"/>
                  <a:gd name="T17" fmla="*/ 4 h 292"/>
                  <a:gd name="T18" fmla="*/ 209 w 292"/>
                  <a:gd name="T19" fmla="*/ 15 h 292"/>
                  <a:gd name="T20" fmla="*/ 237 w 292"/>
                  <a:gd name="T21" fmla="*/ 32 h 292"/>
                  <a:gd name="T22" fmla="*/ 259 w 292"/>
                  <a:gd name="T23" fmla="*/ 55 h 292"/>
                  <a:gd name="T24" fmla="*/ 276 w 292"/>
                  <a:gd name="T25" fmla="*/ 82 h 292"/>
                  <a:gd name="T26" fmla="*/ 288 w 292"/>
                  <a:gd name="T27" fmla="*/ 113 h 292"/>
                  <a:gd name="T28" fmla="*/ 292 w 292"/>
                  <a:gd name="T29" fmla="*/ 146 h 292"/>
                  <a:gd name="T30" fmla="*/ 288 w 292"/>
                  <a:gd name="T31" fmla="*/ 180 h 292"/>
                  <a:gd name="T32" fmla="*/ 276 w 292"/>
                  <a:gd name="T33" fmla="*/ 210 h 292"/>
                  <a:gd name="T34" fmla="*/ 259 w 292"/>
                  <a:gd name="T35" fmla="*/ 237 h 292"/>
                  <a:gd name="T36" fmla="*/ 237 w 292"/>
                  <a:gd name="T37" fmla="*/ 260 h 292"/>
                  <a:gd name="T38" fmla="*/ 209 w 292"/>
                  <a:gd name="T39" fmla="*/ 278 h 292"/>
                  <a:gd name="T40" fmla="*/ 179 w 292"/>
                  <a:gd name="T41" fmla="*/ 288 h 292"/>
                  <a:gd name="T42" fmla="*/ 145 w 292"/>
                  <a:gd name="T43" fmla="*/ 292 h 292"/>
                  <a:gd name="T44" fmla="*/ 112 w 292"/>
                  <a:gd name="T45" fmla="*/ 288 h 292"/>
                  <a:gd name="T46" fmla="*/ 81 w 292"/>
                  <a:gd name="T47" fmla="*/ 278 h 292"/>
                  <a:gd name="T48" fmla="*/ 53 w 292"/>
                  <a:gd name="T49" fmla="*/ 260 h 292"/>
                  <a:gd name="T50" fmla="*/ 31 w 292"/>
                  <a:gd name="T51" fmla="*/ 237 h 292"/>
                  <a:gd name="T52" fmla="*/ 14 w 292"/>
                  <a:gd name="T53" fmla="*/ 210 h 292"/>
                  <a:gd name="T54" fmla="*/ 4 w 292"/>
                  <a:gd name="T55" fmla="*/ 180 h 292"/>
                  <a:gd name="T56" fmla="*/ 0 w 292"/>
                  <a:gd name="T57" fmla="*/ 146 h 292"/>
                  <a:gd name="T58" fmla="*/ 102 w 292"/>
                  <a:gd name="T59" fmla="*/ 121 h 292"/>
                  <a:gd name="T60" fmla="*/ 102 w 292"/>
                  <a:gd name="T61" fmla="*/ 142 h 292"/>
                  <a:gd name="T62" fmla="*/ 120 w 292"/>
                  <a:gd name="T63" fmla="*/ 142 h 292"/>
                  <a:gd name="T64" fmla="*/ 120 w 292"/>
                  <a:gd name="T65" fmla="*/ 223 h 292"/>
                  <a:gd name="T66" fmla="*/ 102 w 292"/>
                  <a:gd name="T67" fmla="*/ 223 h 292"/>
                  <a:gd name="T68" fmla="*/ 102 w 292"/>
                  <a:gd name="T69" fmla="*/ 244 h 292"/>
                  <a:gd name="T70" fmla="*/ 188 w 292"/>
                  <a:gd name="T71" fmla="*/ 244 h 292"/>
                  <a:gd name="T72" fmla="*/ 188 w 292"/>
                  <a:gd name="T73" fmla="*/ 223 h 292"/>
                  <a:gd name="T74" fmla="*/ 170 w 292"/>
                  <a:gd name="T75" fmla="*/ 223 h 292"/>
                  <a:gd name="T76" fmla="*/ 170 w 292"/>
                  <a:gd name="T77" fmla="*/ 142 h 292"/>
                  <a:gd name="T78" fmla="*/ 188 w 292"/>
                  <a:gd name="T79" fmla="*/ 142 h 292"/>
                  <a:gd name="T80" fmla="*/ 188 w 292"/>
                  <a:gd name="T81" fmla="*/ 121 h 292"/>
                  <a:gd name="T82" fmla="*/ 102 w 292"/>
                  <a:gd name="T83" fmla="*/ 121 h 292"/>
                  <a:gd name="T84" fmla="*/ 115 w 292"/>
                  <a:gd name="T85" fmla="*/ 79 h 292"/>
                  <a:gd name="T86" fmla="*/ 117 w 292"/>
                  <a:gd name="T87" fmla="*/ 92 h 292"/>
                  <a:gd name="T88" fmla="*/ 124 w 292"/>
                  <a:gd name="T89" fmla="*/ 101 h 292"/>
                  <a:gd name="T90" fmla="*/ 133 w 292"/>
                  <a:gd name="T91" fmla="*/ 108 h 292"/>
                  <a:gd name="T92" fmla="*/ 145 w 292"/>
                  <a:gd name="T93" fmla="*/ 110 h 292"/>
                  <a:gd name="T94" fmla="*/ 157 w 292"/>
                  <a:gd name="T95" fmla="*/ 108 h 292"/>
                  <a:gd name="T96" fmla="*/ 167 w 292"/>
                  <a:gd name="T97" fmla="*/ 101 h 292"/>
                  <a:gd name="T98" fmla="*/ 174 w 292"/>
                  <a:gd name="T99" fmla="*/ 92 h 292"/>
                  <a:gd name="T100" fmla="*/ 176 w 292"/>
                  <a:gd name="T101" fmla="*/ 79 h 292"/>
                  <a:gd name="T102" fmla="*/ 174 w 292"/>
                  <a:gd name="T103" fmla="*/ 67 h 292"/>
                  <a:gd name="T104" fmla="*/ 167 w 292"/>
                  <a:gd name="T105" fmla="*/ 58 h 292"/>
                  <a:gd name="T106" fmla="*/ 157 w 292"/>
                  <a:gd name="T107" fmla="*/ 51 h 292"/>
                  <a:gd name="T108" fmla="*/ 145 w 292"/>
                  <a:gd name="T109" fmla="*/ 49 h 292"/>
                  <a:gd name="T110" fmla="*/ 133 w 292"/>
                  <a:gd name="T111" fmla="*/ 51 h 292"/>
                  <a:gd name="T112" fmla="*/ 124 w 292"/>
                  <a:gd name="T113" fmla="*/ 58 h 292"/>
                  <a:gd name="T114" fmla="*/ 117 w 292"/>
                  <a:gd name="T115" fmla="*/ 67 h 292"/>
                  <a:gd name="T116" fmla="*/ 115 w 292"/>
                  <a:gd name="T117" fmla="*/ 79 h 292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  <a:cxn ang="0">
                    <a:pos x="T66" y="T67"/>
                  </a:cxn>
                  <a:cxn ang="0">
                    <a:pos x="T68" y="T69"/>
                  </a:cxn>
                  <a:cxn ang="0">
                    <a:pos x="T70" y="T71"/>
                  </a:cxn>
                  <a:cxn ang="0">
                    <a:pos x="T72" y="T73"/>
                  </a:cxn>
                  <a:cxn ang="0">
                    <a:pos x="T74" y="T75"/>
                  </a:cxn>
                  <a:cxn ang="0">
                    <a:pos x="T76" y="T77"/>
                  </a:cxn>
                  <a:cxn ang="0">
                    <a:pos x="T78" y="T79"/>
                  </a:cxn>
                  <a:cxn ang="0">
                    <a:pos x="T80" y="T81"/>
                  </a:cxn>
                  <a:cxn ang="0">
                    <a:pos x="T82" y="T83"/>
                  </a:cxn>
                  <a:cxn ang="0">
                    <a:pos x="T84" y="T85"/>
                  </a:cxn>
                  <a:cxn ang="0">
                    <a:pos x="T86" y="T87"/>
                  </a:cxn>
                  <a:cxn ang="0">
                    <a:pos x="T88" y="T89"/>
                  </a:cxn>
                  <a:cxn ang="0">
                    <a:pos x="T90" y="T91"/>
                  </a:cxn>
                  <a:cxn ang="0">
                    <a:pos x="T92" y="T93"/>
                  </a:cxn>
                  <a:cxn ang="0">
                    <a:pos x="T94" y="T95"/>
                  </a:cxn>
                  <a:cxn ang="0">
                    <a:pos x="T96" y="T97"/>
                  </a:cxn>
                  <a:cxn ang="0">
                    <a:pos x="T98" y="T99"/>
                  </a:cxn>
                  <a:cxn ang="0">
                    <a:pos x="T100" y="T101"/>
                  </a:cxn>
                  <a:cxn ang="0">
                    <a:pos x="T102" y="T103"/>
                  </a:cxn>
                  <a:cxn ang="0">
                    <a:pos x="T104" y="T105"/>
                  </a:cxn>
                  <a:cxn ang="0">
                    <a:pos x="T106" y="T107"/>
                  </a:cxn>
                  <a:cxn ang="0">
                    <a:pos x="T108" y="T109"/>
                  </a:cxn>
                  <a:cxn ang="0">
                    <a:pos x="T110" y="T111"/>
                  </a:cxn>
                  <a:cxn ang="0">
                    <a:pos x="T112" y="T113"/>
                  </a:cxn>
                  <a:cxn ang="0">
                    <a:pos x="T114" y="T115"/>
                  </a:cxn>
                  <a:cxn ang="0">
                    <a:pos x="T116" y="T117"/>
                  </a:cxn>
                </a:cxnLst>
                <a:rect l="0" t="0" r="r" b="b"/>
                <a:pathLst>
                  <a:path w="292" h="292">
                    <a:moveTo>
                      <a:pt x="0" y="146"/>
                    </a:moveTo>
                    <a:lnTo>
                      <a:pt x="4" y="113"/>
                    </a:lnTo>
                    <a:lnTo>
                      <a:pt x="14" y="82"/>
                    </a:lnTo>
                    <a:lnTo>
                      <a:pt x="31" y="55"/>
                    </a:lnTo>
                    <a:lnTo>
                      <a:pt x="53" y="32"/>
                    </a:lnTo>
                    <a:lnTo>
                      <a:pt x="81" y="15"/>
                    </a:lnTo>
                    <a:lnTo>
                      <a:pt x="112" y="4"/>
                    </a:lnTo>
                    <a:lnTo>
                      <a:pt x="145" y="0"/>
                    </a:lnTo>
                    <a:lnTo>
                      <a:pt x="179" y="4"/>
                    </a:lnTo>
                    <a:lnTo>
                      <a:pt x="209" y="15"/>
                    </a:lnTo>
                    <a:lnTo>
                      <a:pt x="237" y="32"/>
                    </a:lnTo>
                    <a:lnTo>
                      <a:pt x="259" y="55"/>
                    </a:lnTo>
                    <a:lnTo>
                      <a:pt x="276" y="82"/>
                    </a:lnTo>
                    <a:lnTo>
                      <a:pt x="288" y="113"/>
                    </a:lnTo>
                    <a:lnTo>
                      <a:pt x="292" y="146"/>
                    </a:lnTo>
                    <a:lnTo>
                      <a:pt x="288" y="180"/>
                    </a:lnTo>
                    <a:lnTo>
                      <a:pt x="276" y="210"/>
                    </a:lnTo>
                    <a:lnTo>
                      <a:pt x="259" y="237"/>
                    </a:lnTo>
                    <a:lnTo>
                      <a:pt x="237" y="260"/>
                    </a:lnTo>
                    <a:lnTo>
                      <a:pt x="209" y="278"/>
                    </a:lnTo>
                    <a:lnTo>
                      <a:pt x="179" y="288"/>
                    </a:lnTo>
                    <a:lnTo>
                      <a:pt x="145" y="292"/>
                    </a:lnTo>
                    <a:lnTo>
                      <a:pt x="112" y="288"/>
                    </a:lnTo>
                    <a:lnTo>
                      <a:pt x="81" y="278"/>
                    </a:lnTo>
                    <a:lnTo>
                      <a:pt x="53" y="260"/>
                    </a:lnTo>
                    <a:lnTo>
                      <a:pt x="31" y="237"/>
                    </a:lnTo>
                    <a:lnTo>
                      <a:pt x="14" y="210"/>
                    </a:lnTo>
                    <a:lnTo>
                      <a:pt x="4" y="180"/>
                    </a:lnTo>
                    <a:lnTo>
                      <a:pt x="0" y="146"/>
                    </a:lnTo>
                    <a:close/>
                    <a:moveTo>
                      <a:pt x="102" y="121"/>
                    </a:moveTo>
                    <a:lnTo>
                      <a:pt x="102" y="142"/>
                    </a:lnTo>
                    <a:lnTo>
                      <a:pt x="120" y="142"/>
                    </a:lnTo>
                    <a:lnTo>
                      <a:pt x="120" y="223"/>
                    </a:lnTo>
                    <a:lnTo>
                      <a:pt x="102" y="223"/>
                    </a:lnTo>
                    <a:lnTo>
                      <a:pt x="102" y="244"/>
                    </a:lnTo>
                    <a:lnTo>
                      <a:pt x="188" y="244"/>
                    </a:lnTo>
                    <a:lnTo>
                      <a:pt x="188" y="223"/>
                    </a:lnTo>
                    <a:lnTo>
                      <a:pt x="170" y="223"/>
                    </a:lnTo>
                    <a:lnTo>
                      <a:pt x="170" y="142"/>
                    </a:lnTo>
                    <a:lnTo>
                      <a:pt x="188" y="142"/>
                    </a:lnTo>
                    <a:lnTo>
                      <a:pt x="188" y="121"/>
                    </a:lnTo>
                    <a:lnTo>
                      <a:pt x="102" y="121"/>
                    </a:lnTo>
                    <a:close/>
                    <a:moveTo>
                      <a:pt x="115" y="79"/>
                    </a:moveTo>
                    <a:lnTo>
                      <a:pt x="117" y="92"/>
                    </a:lnTo>
                    <a:lnTo>
                      <a:pt x="124" y="101"/>
                    </a:lnTo>
                    <a:lnTo>
                      <a:pt x="133" y="108"/>
                    </a:lnTo>
                    <a:lnTo>
                      <a:pt x="145" y="110"/>
                    </a:lnTo>
                    <a:lnTo>
                      <a:pt x="157" y="108"/>
                    </a:lnTo>
                    <a:lnTo>
                      <a:pt x="167" y="101"/>
                    </a:lnTo>
                    <a:lnTo>
                      <a:pt x="174" y="92"/>
                    </a:lnTo>
                    <a:lnTo>
                      <a:pt x="176" y="79"/>
                    </a:lnTo>
                    <a:lnTo>
                      <a:pt x="174" y="67"/>
                    </a:lnTo>
                    <a:lnTo>
                      <a:pt x="167" y="58"/>
                    </a:lnTo>
                    <a:lnTo>
                      <a:pt x="157" y="51"/>
                    </a:lnTo>
                    <a:lnTo>
                      <a:pt x="145" y="49"/>
                    </a:lnTo>
                    <a:lnTo>
                      <a:pt x="133" y="51"/>
                    </a:lnTo>
                    <a:lnTo>
                      <a:pt x="124" y="58"/>
                    </a:lnTo>
                    <a:lnTo>
                      <a:pt x="117" y="67"/>
                    </a:lnTo>
                    <a:lnTo>
                      <a:pt x="115" y="79"/>
                    </a:lnTo>
                    <a:close/>
                  </a:path>
                </a:pathLst>
              </a:custGeom>
              <a:solidFill>
                <a:srgbClr val="FF7800"/>
              </a:solidFill>
              <a:ln w="0">
                <a:noFill/>
                <a:prstDash val="solid"/>
                <a:round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nl-NL" sz="1100" noProof="0"/>
              </a:p>
            </p:txBody>
          </p:sp>
          <p:sp>
            <p:nvSpPr>
              <p:cNvPr id="190" name="Rechthoek 189">
                <a:extLst>
                  <a:ext uri="{FF2B5EF4-FFF2-40B4-BE49-F238E27FC236}">
                    <a16:creationId xmlns:a16="http://schemas.microsoft.com/office/drawing/2014/main" id="{C017B7CB-D89E-4BF0-9B2B-E247BA82C30C}"/>
                  </a:ext>
                </a:extLst>
              </p:cNvPr>
              <p:cNvSpPr/>
              <p:nvPr userDrawn="1"/>
            </p:nvSpPr>
            <p:spPr>
              <a:xfrm>
                <a:off x="-3380966" y="3458473"/>
                <a:ext cx="2817995" cy="592123"/>
              </a:xfrm>
              <a:prstGeom prst="rect">
                <a:avLst/>
              </a:prstGeom>
              <a:noFill/>
              <a:ln w="25400" cap="flat" cmpd="sng" algn="ctr">
                <a:noFill/>
                <a:prstDash val="solid"/>
              </a:ln>
              <a:effectLst/>
            </p:spPr>
            <p:txBody>
              <a:bodyPr lIns="0" tIns="0" rIns="0" bIns="0" rtlCol="0" anchor="t"/>
              <a:lstStyle/>
              <a:p>
                <a:pPr marL="0" marR="0" lvl="0" indent="0" defTabSz="914400" eaLnBrk="1" fontAlgn="auto" latinLnBrk="0" hangingPunct="1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  <a:buClrTx/>
                  <a:buSzTx/>
                  <a:buFontTx/>
                  <a:buNone/>
                  <a:tabLst/>
                  <a:defRPr/>
                </a:pP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Meer weten?</a:t>
                </a:r>
                <a:b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</a:b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Ga naar dia </a:t>
                </a:r>
                <a:r>
                  <a:rPr kumimoji="0" lang="nl-NL" sz="1100" b="1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‘Instructie dia: YouTube links’</a:t>
                </a:r>
                <a:r>
                  <a:rPr kumimoji="0" lang="nl-NL" sz="1100" b="0" i="0" u="none" strike="noStrike" kern="0" cap="none" spc="0" normalizeH="0" baseline="0" noProof="0">
                    <a:ln>
                      <a:noFill/>
                    </a:ln>
                    <a:solidFill>
                      <a:srgbClr val="000000"/>
                    </a:solidFill>
                    <a:effectLst/>
                    <a:uLnTx/>
                    <a:uFillTx/>
                    <a:latin typeface="+mn-lt"/>
                    <a:cs typeface="Segoe UI Light" panose="020B0502040204020203" pitchFamily="34" charset="0"/>
                  </a:rPr>
                  <a:t>, open deze in de diavoorstelling en klik op de gewenste video link.</a:t>
                </a:r>
              </a:p>
            </p:txBody>
          </p:sp>
          <p:cxnSp>
            <p:nvCxnSpPr>
              <p:cNvPr id="191" name="Rechte verbindingslijn 190">
                <a:extLst>
                  <a:ext uri="{FF2B5EF4-FFF2-40B4-BE49-F238E27FC236}">
                    <a16:creationId xmlns:a16="http://schemas.microsoft.com/office/drawing/2014/main" id="{2A731424-3861-43C3-84BC-130DD7142DE1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-3740987" y="4169717"/>
                <a:ext cx="3178016" cy="0"/>
              </a:xfrm>
              <a:prstGeom prst="line">
                <a:avLst/>
              </a:prstGeom>
              <a:noFill/>
              <a:ln w="3175" cap="flat" cmpd="sng" algn="ctr">
                <a:solidFill>
                  <a:schemeClr val="accent1"/>
                </a:solidFill>
                <a:prstDash val="solid"/>
              </a:ln>
              <a:effectLst/>
            </p:spPr>
          </p:cxnSp>
        </p:grpSp>
        <p:sp>
          <p:nvSpPr>
            <p:cNvPr id="167" name="Rechthoek 166">
              <a:extLst>
                <a:ext uri="{FF2B5EF4-FFF2-40B4-BE49-F238E27FC236}">
                  <a16:creationId xmlns:a16="http://schemas.microsoft.com/office/drawing/2014/main" id="{1E86F7E8-EC7E-4A7E-A896-C02C792D470C}"/>
                </a:ext>
              </a:extLst>
            </p:cNvPr>
            <p:cNvSpPr/>
            <p:nvPr userDrawn="1"/>
          </p:nvSpPr>
          <p:spPr>
            <a:xfrm>
              <a:off x="12397262" y="0"/>
              <a:ext cx="3384000" cy="191611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defTabSz="914400" eaLnBrk="1" fontAlgn="auto" latinLnBrk="0" hangingPunct="1">
                <a:lnSpc>
                  <a:spcPct val="8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400" b="1" i="0" u="none" strike="noStrike" kern="0" cap="all" spc="0" normalizeH="0" baseline="0" noProof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+mj-lt"/>
                  <a:cs typeface="Segoe UI Light" panose="020B0502040204020203" pitchFamily="34" charset="0"/>
                </a:rPr>
                <a:t>Afbeelding invoegen/veranderen</a:t>
              </a:r>
            </a:p>
          </p:txBody>
        </p:sp>
        <p:sp>
          <p:nvSpPr>
            <p:cNvPr id="168" name="Ovaal 167">
              <a:extLst>
                <a:ext uri="{FF2B5EF4-FFF2-40B4-BE49-F238E27FC236}">
                  <a16:creationId xmlns:a16="http://schemas.microsoft.com/office/drawing/2014/main" id="{28E9221C-8038-4B14-ACE9-D6013B120CB4}"/>
                </a:ext>
              </a:extLst>
            </p:cNvPr>
            <p:cNvSpPr/>
            <p:nvPr userDrawn="1"/>
          </p:nvSpPr>
          <p:spPr>
            <a:xfrm>
              <a:off x="12391601" y="366490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1</a:t>
              </a:r>
            </a:p>
          </p:txBody>
        </p:sp>
        <p:cxnSp>
          <p:nvCxnSpPr>
            <p:cNvPr id="169" name="Rechte verbindingslijn 168">
              <a:extLst>
                <a:ext uri="{FF2B5EF4-FFF2-40B4-BE49-F238E27FC236}">
                  <a16:creationId xmlns:a16="http://schemas.microsoft.com/office/drawing/2014/main" id="{FE1259F2-AEF7-4D9F-AE3A-6934AB5C5D6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4163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cxnSp>
          <p:nvCxnSpPr>
            <p:cNvPr id="170" name="Rechte verbindingslijn 169">
              <a:extLst>
                <a:ext uri="{FF2B5EF4-FFF2-40B4-BE49-F238E27FC236}">
                  <a16:creationId xmlns:a16="http://schemas.microsoft.com/office/drawing/2014/main" id="{CEE20EEE-ED28-4052-A0AD-3A088A2B7352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1728059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1" name="Rechthoek 170">
              <a:extLst>
                <a:ext uri="{FF2B5EF4-FFF2-40B4-BE49-F238E27FC236}">
                  <a16:creationId xmlns:a16="http://schemas.microsoft.com/office/drawing/2014/main" id="{DFC1C346-65E6-4243-9117-B1B682C8F071}"/>
                </a:ext>
              </a:extLst>
            </p:cNvPr>
            <p:cNvSpPr/>
            <p:nvPr userDrawn="1"/>
          </p:nvSpPr>
          <p:spPr>
            <a:xfrm>
              <a:off x="12757282" y="432552"/>
              <a:ext cx="2817995" cy="73863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Wanneer nodig, verwijder de bestaande afbeelding d.m.v. de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‘Delete’-knop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 Klik op het pictogram om een nieuwe afbeelding in te voegen.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1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(zie onderstaand voorbeeld).</a:t>
              </a:r>
              <a:endParaRPr kumimoji="0" lang="nl-NL" sz="11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2" name="Rechte verbindingslijn 171">
              <a:extLst>
                <a:ext uri="{FF2B5EF4-FFF2-40B4-BE49-F238E27FC236}">
                  <a16:creationId xmlns:a16="http://schemas.microsoft.com/office/drawing/2014/main" id="{AB8010CD-67EB-4078-9600-B83E44233637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4033137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sp>
          <p:nvSpPr>
            <p:cNvPr id="173" name="Ovaal 172">
              <a:extLst>
                <a:ext uri="{FF2B5EF4-FFF2-40B4-BE49-F238E27FC236}">
                  <a16:creationId xmlns:a16="http://schemas.microsoft.com/office/drawing/2014/main" id="{595461CD-F1F7-4393-9666-BF029B65570F}"/>
                </a:ext>
              </a:extLst>
            </p:cNvPr>
            <p:cNvSpPr/>
            <p:nvPr userDrawn="1"/>
          </p:nvSpPr>
          <p:spPr>
            <a:xfrm>
              <a:off x="12391601" y="1856524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2</a:t>
              </a:r>
            </a:p>
          </p:txBody>
        </p:sp>
        <p:sp>
          <p:nvSpPr>
            <p:cNvPr id="174" name="Rechthoek 173">
              <a:extLst>
                <a:ext uri="{FF2B5EF4-FFF2-40B4-BE49-F238E27FC236}">
                  <a16:creationId xmlns:a16="http://schemas.microsoft.com/office/drawing/2014/main" id="{40FDAC91-C6BF-4FDE-A982-5EA89D20698D}"/>
                </a:ext>
              </a:extLst>
            </p:cNvPr>
            <p:cNvSpPr/>
            <p:nvPr userDrawn="1"/>
          </p:nvSpPr>
          <p:spPr>
            <a:xfrm>
              <a:off x="12757282" y="1922587"/>
              <a:ext cx="2817995" cy="318048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Selecteer de gewenste afbeelding</a:t>
              </a:r>
              <a:b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</a:b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en klik op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‘Invoegen’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grpSp>
          <p:nvGrpSpPr>
            <p:cNvPr id="175" name="Groep 174">
              <a:extLst>
                <a:ext uri="{FF2B5EF4-FFF2-40B4-BE49-F238E27FC236}">
                  <a16:creationId xmlns:a16="http://schemas.microsoft.com/office/drawing/2014/main" id="{58971AB1-AAD1-4B9D-A465-C72AE3198278}"/>
                </a:ext>
              </a:extLst>
            </p:cNvPr>
            <p:cNvGrpSpPr/>
            <p:nvPr userDrawn="1"/>
          </p:nvGrpSpPr>
          <p:grpSpPr>
            <a:xfrm>
              <a:off x="12757282" y="1291752"/>
              <a:ext cx="294789" cy="318834"/>
              <a:chOff x="14466489" y="1001522"/>
              <a:chExt cx="290627" cy="314333"/>
            </a:xfrm>
          </p:grpSpPr>
          <p:sp>
            <p:nvSpPr>
              <p:cNvPr id="183" name="Rechthoek 182">
                <a:extLst>
                  <a:ext uri="{FF2B5EF4-FFF2-40B4-BE49-F238E27FC236}">
                    <a16:creationId xmlns:a16="http://schemas.microsoft.com/office/drawing/2014/main" id="{B446B015-10CC-489B-8D8A-B269FA37F780}"/>
                  </a:ext>
                </a:extLst>
              </p:cNvPr>
              <p:cNvSpPr/>
              <p:nvPr userDrawn="1"/>
            </p:nvSpPr>
            <p:spPr>
              <a:xfrm>
                <a:off x="14466489" y="1001522"/>
                <a:ext cx="257935" cy="254168"/>
              </a:xfrm>
              <a:prstGeom prst="rect">
                <a:avLst/>
              </a:prstGeom>
              <a:solidFill>
                <a:schemeClr val="bg1"/>
              </a:solidFill>
              <a:ln w="12700">
                <a:solidFill>
                  <a:srgbClr val="C0C0C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84" name="Ovaal 183">
                <a:extLst>
                  <a:ext uri="{FF2B5EF4-FFF2-40B4-BE49-F238E27FC236}">
                    <a16:creationId xmlns:a16="http://schemas.microsoft.com/office/drawing/2014/main" id="{BEC7E7E7-6D1E-452C-A973-0161B7FF3D05}"/>
                  </a:ext>
                </a:extLst>
              </p:cNvPr>
              <p:cNvSpPr/>
              <p:nvPr userDrawn="1"/>
            </p:nvSpPr>
            <p:spPr>
              <a:xfrm>
                <a:off x="14623626" y="1033630"/>
                <a:ext cx="71169" cy="71169"/>
              </a:xfrm>
              <a:prstGeom prst="ellipse">
                <a:avLst/>
              </a:prstGeom>
              <a:solidFill>
                <a:srgbClr val="F1D8A5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5" name="Vrije vorm: vorm 184">
                <a:extLst>
                  <a:ext uri="{FF2B5EF4-FFF2-40B4-BE49-F238E27FC236}">
                    <a16:creationId xmlns:a16="http://schemas.microsoft.com/office/drawing/2014/main" id="{F476E58C-DA17-4829-9639-45B1E5C23737}"/>
                  </a:ext>
                </a:extLst>
              </p:cNvPr>
              <p:cNvSpPr/>
              <p:nvPr userDrawn="1"/>
            </p:nvSpPr>
            <p:spPr>
              <a:xfrm rot="2700000">
                <a:off x="14498877" y="1157846"/>
                <a:ext cx="168558" cy="147459"/>
              </a:xfrm>
              <a:custGeom>
                <a:avLst/>
                <a:gdLst>
                  <a:gd name="connsiteX0" fmla="*/ 12837 w 168558"/>
                  <a:gd name="connsiteY0" fmla="*/ 12836 h 147459"/>
                  <a:gd name="connsiteX1" fmla="*/ 43826 w 168558"/>
                  <a:gd name="connsiteY1" fmla="*/ 0 h 147459"/>
                  <a:gd name="connsiteX2" fmla="*/ 168558 w 168558"/>
                  <a:gd name="connsiteY2" fmla="*/ 0 h 147459"/>
                  <a:gd name="connsiteX3" fmla="*/ 21099 w 168558"/>
                  <a:gd name="connsiteY3" fmla="*/ 147459 h 147459"/>
                  <a:gd name="connsiteX4" fmla="*/ 0 w 168558"/>
                  <a:gd name="connsiteY4" fmla="*/ 126361 h 147459"/>
                  <a:gd name="connsiteX5" fmla="*/ 0 w 168558"/>
                  <a:gd name="connsiteY5" fmla="*/ 43826 h 147459"/>
                  <a:gd name="connsiteX6" fmla="*/ 12837 w 168558"/>
                  <a:gd name="connsiteY6" fmla="*/ 12836 h 14745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68558" h="147459">
                    <a:moveTo>
                      <a:pt x="12837" y="12836"/>
                    </a:moveTo>
                    <a:cubicBezTo>
                      <a:pt x="20768" y="4905"/>
                      <a:pt x="31724" y="0"/>
                      <a:pt x="43826" y="0"/>
                    </a:cubicBezTo>
                    <a:lnTo>
                      <a:pt x="168558" y="0"/>
                    </a:lnTo>
                    <a:lnTo>
                      <a:pt x="21099" y="147459"/>
                    </a:lnTo>
                    <a:lnTo>
                      <a:pt x="0" y="126361"/>
                    </a:lnTo>
                    <a:lnTo>
                      <a:pt x="0" y="43826"/>
                    </a:lnTo>
                    <a:cubicBezTo>
                      <a:pt x="1" y="31723"/>
                      <a:pt x="4906" y="20767"/>
                      <a:pt x="12837" y="12836"/>
                    </a:cubicBezTo>
                    <a:close/>
                  </a:path>
                </a:pathLst>
              </a:custGeom>
              <a:solidFill>
                <a:srgbClr val="C9D8E9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  <p:sp>
            <p:nvSpPr>
              <p:cNvPr id="186" name="Rechthoek: afgeronde hoeken 185">
                <a:extLst>
                  <a:ext uri="{FF2B5EF4-FFF2-40B4-BE49-F238E27FC236}">
                    <a16:creationId xmlns:a16="http://schemas.microsoft.com/office/drawing/2014/main" id="{1E88231B-ED42-41DF-9817-10466535CD5C}"/>
                  </a:ext>
                </a:extLst>
              </p:cNvPr>
              <p:cNvSpPr/>
              <p:nvPr userDrawn="1"/>
            </p:nvSpPr>
            <p:spPr>
              <a:xfrm>
                <a:off x="14601150" y="1145314"/>
                <a:ext cx="155966" cy="116816"/>
              </a:xfrm>
              <a:prstGeom prst="roundRect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Overflow="overflow" horzOverflow="overflow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lvl="0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endParaRPr lang="nl-NL" sz="800" b="0" noProof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187" name="Rechte verbindingslijn 186">
                <a:extLst>
                  <a:ext uri="{FF2B5EF4-FFF2-40B4-BE49-F238E27FC236}">
                    <a16:creationId xmlns:a16="http://schemas.microsoft.com/office/drawing/2014/main" id="{08D7C14C-0155-485C-BF6F-813CD9CA03E9}"/>
                  </a:ext>
                </a:extLst>
              </p:cNvPr>
              <p:cNvCxnSpPr>
                <a:cxnSpLocks/>
              </p:cNvCxnSpPr>
              <p:nvPr userDrawn="1"/>
            </p:nvCxnSpPr>
            <p:spPr>
              <a:xfrm>
                <a:off x="14637490" y="1308665"/>
                <a:ext cx="83286" cy="0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  <p:cxnSp>
            <p:nvCxnSpPr>
              <p:cNvPr id="188" name="Rechte verbindingslijn 187">
                <a:extLst>
                  <a:ext uri="{FF2B5EF4-FFF2-40B4-BE49-F238E27FC236}">
                    <a16:creationId xmlns:a16="http://schemas.microsoft.com/office/drawing/2014/main" id="{8EDE9A61-58F5-4B13-81DA-763FA00A2BA9}"/>
                  </a:ext>
                </a:extLst>
              </p:cNvPr>
              <p:cNvCxnSpPr>
                <a:cxnSpLocks/>
                <a:stCxn id="186" idx="2"/>
              </p:cNvCxnSpPr>
              <p:nvPr userDrawn="1"/>
            </p:nvCxnSpPr>
            <p:spPr>
              <a:xfrm flipH="1">
                <a:off x="14678717" y="1262130"/>
                <a:ext cx="416" cy="43573"/>
              </a:xfrm>
              <a:prstGeom prst="line">
                <a:avLst/>
              </a:prstGeom>
              <a:solidFill>
                <a:schemeClr val="bg1"/>
              </a:solidFill>
              <a:ln w="19050">
                <a:solidFill>
                  <a:srgbClr val="8AADD0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</p:cxnSp>
        </p:grpSp>
        <p:sp>
          <p:nvSpPr>
            <p:cNvPr id="176" name="Ovaal 175">
              <a:extLst>
                <a:ext uri="{FF2B5EF4-FFF2-40B4-BE49-F238E27FC236}">
                  <a16:creationId xmlns:a16="http://schemas.microsoft.com/office/drawing/2014/main" id="{98693FD5-5435-465A-B94B-B97EA03C476E}"/>
                </a:ext>
              </a:extLst>
            </p:cNvPr>
            <p:cNvSpPr/>
            <p:nvPr userDrawn="1"/>
          </p:nvSpPr>
          <p:spPr>
            <a:xfrm>
              <a:off x="12391601" y="2768077"/>
              <a:ext cx="260914" cy="259683"/>
            </a:xfrm>
            <a:prstGeom prst="ellipse">
              <a:avLst/>
            </a:prstGeom>
            <a:solidFill>
              <a:schemeClr val="accent1"/>
            </a:solidFill>
            <a:ln w="25400" cap="flat" cmpd="sng" algn="ctr">
              <a:noFill/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3</a:t>
              </a:r>
            </a:p>
          </p:txBody>
        </p:sp>
        <p:sp>
          <p:nvSpPr>
            <p:cNvPr id="177" name="Rechthoek 176">
              <a:extLst>
                <a:ext uri="{FF2B5EF4-FFF2-40B4-BE49-F238E27FC236}">
                  <a16:creationId xmlns:a16="http://schemas.microsoft.com/office/drawing/2014/main" id="{4996E550-739C-44E7-BC89-8B6A974E3931}"/>
                </a:ext>
              </a:extLst>
            </p:cNvPr>
            <p:cNvSpPr/>
            <p:nvPr userDrawn="1"/>
          </p:nvSpPr>
          <p:spPr>
            <a:xfrm>
              <a:off x="12757283" y="2834141"/>
              <a:ext cx="2817996" cy="316612"/>
            </a:xfrm>
            <a:prstGeom prst="rect">
              <a:avLst/>
            </a:prstGeom>
            <a:noFill/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t"/>
            <a:lstStyle/>
            <a:p>
              <a:pPr marL="0" marR="0" lvl="0" indent="0" defTabSz="914400" eaLnBrk="1" fontAlgn="auto" latinLnBrk="0" hangingPunct="1">
                <a:lnSpc>
                  <a:spcPct val="90000"/>
                </a:lnSpc>
                <a:spcBef>
                  <a:spcPts val="600"/>
                </a:spcBef>
                <a:spcAft>
                  <a:spcPts val="600"/>
                </a:spcAft>
                <a:buClr>
                  <a:schemeClr val="accent1"/>
                </a:buClr>
                <a:buSzTx/>
                <a:buFont typeface="Arial" panose="020B0604020202020204" pitchFamily="34" charset="0"/>
                <a:buNone/>
                <a:tabLst/>
                <a:defRPr/>
              </a:pP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Klik met de rechter muisknop op de afbeelding en kies </a:t>
              </a:r>
              <a:r>
                <a:rPr kumimoji="0" lang="nl-NL" sz="1100" b="1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´Naar achtergrond´</a:t>
              </a:r>
              <a:r>
                <a:rPr kumimoji="0" lang="nl-NL" sz="1100" b="0" i="0" u="none" strike="noStrike" kern="0" cap="none" spc="0" normalizeH="0" baseline="0" noProof="0">
                  <a:ln>
                    <a:noFill/>
                  </a:ln>
                  <a:solidFill>
                    <a:srgbClr val="000000"/>
                  </a:solidFill>
                  <a:effectLst/>
                  <a:uLnTx/>
                  <a:uFillTx/>
                  <a:latin typeface="+mn-lt"/>
                  <a:cs typeface="Segoe UI Light" panose="020B0502040204020203" pitchFamily="34" charset="0"/>
                </a:rPr>
                <a:t>.</a:t>
              </a:r>
              <a:endParaRPr kumimoji="0" lang="nl-NL" sz="1100" b="1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cs typeface="Segoe UI Light" panose="020B0502040204020203" pitchFamily="34" charset="0"/>
              </a:endParaRPr>
            </a:p>
          </p:txBody>
        </p:sp>
        <p:cxnSp>
          <p:nvCxnSpPr>
            <p:cNvPr id="178" name="Rechte verbindingslijn 177">
              <a:extLst>
                <a:ext uri="{FF2B5EF4-FFF2-40B4-BE49-F238E27FC236}">
                  <a16:creationId xmlns:a16="http://schemas.microsoft.com/office/drawing/2014/main" id="{60CBD64B-9E24-4FA3-8AD0-F6F9D151F94E}"/>
                </a:ext>
              </a:extLst>
            </p:cNvPr>
            <p:cNvCxnSpPr>
              <a:cxnSpLocks/>
            </p:cNvCxnSpPr>
            <p:nvPr userDrawn="1"/>
          </p:nvCxnSpPr>
          <p:spPr>
            <a:xfrm>
              <a:off x="12397261" y="2649915"/>
              <a:ext cx="3178017" cy="0"/>
            </a:xfrm>
            <a:prstGeom prst="line">
              <a:avLst/>
            </a:prstGeom>
            <a:noFill/>
            <a:ln w="3175" cap="flat" cmpd="sng" algn="ctr">
              <a:solidFill>
                <a:schemeClr val="accent1"/>
              </a:solidFill>
              <a:prstDash val="solid"/>
            </a:ln>
            <a:effectLst/>
          </p:spPr>
        </p:cxnSp>
        <p:grpSp>
          <p:nvGrpSpPr>
            <p:cNvPr id="179" name="Groep 178">
              <a:extLst>
                <a:ext uri="{FF2B5EF4-FFF2-40B4-BE49-F238E27FC236}">
                  <a16:creationId xmlns:a16="http://schemas.microsoft.com/office/drawing/2014/main" id="{7683C293-9728-42E5-9ABE-07277D2DF1E8}"/>
                </a:ext>
              </a:extLst>
            </p:cNvPr>
            <p:cNvGrpSpPr/>
            <p:nvPr userDrawn="1"/>
          </p:nvGrpSpPr>
          <p:grpSpPr>
            <a:xfrm>
              <a:off x="12757282" y="2296644"/>
              <a:ext cx="825500" cy="209550"/>
              <a:chOff x="13504624" y="2444818"/>
              <a:chExt cx="825500" cy="209550"/>
            </a:xfrm>
          </p:grpSpPr>
          <p:sp>
            <p:nvSpPr>
              <p:cNvPr id="180" name="Rechthoek 179">
                <a:extLst>
                  <a:ext uri="{FF2B5EF4-FFF2-40B4-BE49-F238E27FC236}">
                    <a16:creationId xmlns:a16="http://schemas.microsoft.com/office/drawing/2014/main" id="{8D5780D4-F5E0-407B-963C-7404D8CC4966}"/>
                  </a:ext>
                </a:extLst>
              </p:cNvPr>
              <p:cNvSpPr/>
              <p:nvPr userDrawn="1"/>
            </p:nvSpPr>
            <p:spPr>
              <a:xfrm>
                <a:off x="13504624" y="2444818"/>
                <a:ext cx="825500" cy="209550"/>
              </a:xfrm>
              <a:prstGeom prst="rect">
                <a:avLst/>
              </a:prstGeom>
              <a:solidFill>
                <a:srgbClr val="FFFFFF"/>
              </a:solidFill>
              <a:ln w="12700">
                <a:solidFill>
                  <a:srgbClr val="D1D1D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10800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>
                  <a:lnSpc>
                    <a:spcPct val="90000"/>
                  </a:lnSpc>
                  <a:spcBef>
                    <a:spcPts val="600"/>
                  </a:spcBef>
                  <a:spcAft>
                    <a:spcPts val="600"/>
                  </a:spcAft>
                </a:pPr>
                <a:r>
                  <a:rPr lang="nl-NL" sz="800" b="0" noProof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Invoegen</a:t>
                </a:r>
              </a:p>
            </p:txBody>
          </p:sp>
          <p:cxnSp>
            <p:nvCxnSpPr>
              <p:cNvPr id="181" name="Rechte verbindingslijn 180">
                <a:extLst>
                  <a:ext uri="{FF2B5EF4-FFF2-40B4-BE49-F238E27FC236}">
                    <a16:creationId xmlns:a16="http://schemas.microsoft.com/office/drawing/2014/main" id="{3F7F962C-6A38-48ED-A896-E0092FDF5886}"/>
                  </a:ext>
                </a:extLst>
              </p:cNvPr>
              <p:cNvCxnSpPr/>
              <p:nvPr userDrawn="1"/>
            </p:nvCxnSpPr>
            <p:spPr>
              <a:xfrm>
                <a:off x="14155269" y="2477218"/>
                <a:ext cx="0" cy="142717"/>
              </a:xfrm>
              <a:prstGeom prst="line">
                <a:avLst/>
              </a:prstGeom>
              <a:noFill/>
              <a:ln w="3175" cap="flat" cmpd="sng" algn="ctr">
                <a:solidFill>
                  <a:srgbClr val="44546A"/>
                </a:solidFill>
                <a:prstDash val="solid"/>
              </a:ln>
              <a:effectLst/>
            </p:spPr>
          </p:cxnSp>
          <p:sp>
            <p:nvSpPr>
              <p:cNvPr id="182" name="Gelijkbenige driehoek 181">
                <a:extLst>
                  <a:ext uri="{FF2B5EF4-FFF2-40B4-BE49-F238E27FC236}">
                    <a16:creationId xmlns:a16="http://schemas.microsoft.com/office/drawing/2014/main" id="{57C24AA2-E954-4575-9CA2-228AE45A5E70}"/>
                  </a:ext>
                </a:extLst>
              </p:cNvPr>
              <p:cNvSpPr/>
              <p:nvPr userDrawn="1"/>
            </p:nvSpPr>
            <p:spPr>
              <a:xfrm rot="10800000">
                <a:off x="14196089" y="2528872"/>
                <a:ext cx="86866" cy="51147"/>
              </a:xfrm>
              <a:prstGeom prst="triangle">
                <a:avLst/>
              </a:prstGeom>
              <a:solidFill>
                <a:srgbClr val="00000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ot="0" spcFirstLastPara="0" vert="horz" wrap="square" lIns="0" tIns="0" rIns="0" bIns="0" numCol="1" spcCol="0" rtlCol="0" fromWordArt="0" anchor="ctr" anchorCtr="0" forceAA="0" compatLnSpc="1">
                <a:prstTxWarp prst="textNoShape">
                  <a:avLst/>
                </a:prstTxWarp>
                <a:noAutofit/>
              </a:bodyPr>
              <a:lstStyle/>
              <a:p>
                <a:pPr algn="l"/>
                <a:endParaRPr lang="nl-NL" sz="1000" b="1" noProof="0">
                  <a:solidFill>
                    <a:schemeClr val="tx1"/>
                  </a:solidFill>
                </a:endParaRPr>
              </a:p>
            </p:txBody>
          </p:sp>
        </p:grpSp>
      </p:grpSp>
      <p:sp>
        <p:nvSpPr>
          <p:cNvPr id="206" name="foto">
            <a:extLst>
              <a:ext uri="{FF2B5EF4-FFF2-40B4-BE49-F238E27FC236}">
                <a16:creationId xmlns:a16="http://schemas.microsoft.com/office/drawing/2014/main" id="{CB6B8576-11F8-41EC-8333-F7B206A9E57C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525244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7" name="foto">
            <a:extLst>
              <a:ext uri="{FF2B5EF4-FFF2-40B4-BE49-F238E27FC236}">
                <a16:creationId xmlns:a16="http://schemas.microsoft.com/office/drawing/2014/main" id="{93B9B46A-56EE-4744-A5B8-9CD0C972CCD3}"/>
              </a:ext>
            </a:extLst>
          </p:cNvPr>
          <p:cNvSpPr>
            <a:spLocks noGrp="1"/>
          </p:cNvSpPr>
          <p:nvPr>
            <p:ph type="pic" sz="quarter" idx="56" hasCustomPrompt="1"/>
          </p:nvPr>
        </p:nvSpPr>
        <p:spPr>
          <a:xfrm>
            <a:off x="3377953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8" name="foto">
            <a:extLst>
              <a:ext uri="{FF2B5EF4-FFF2-40B4-BE49-F238E27FC236}">
                <a16:creationId xmlns:a16="http://schemas.microsoft.com/office/drawing/2014/main" id="{147DEBB2-F750-4BC5-8734-F564106F3DB4}"/>
              </a:ext>
            </a:extLst>
          </p:cNvPr>
          <p:cNvSpPr>
            <a:spLocks noGrp="1"/>
          </p:cNvSpPr>
          <p:nvPr>
            <p:ph type="pic" sz="quarter" idx="57" hasCustomPrompt="1"/>
          </p:nvPr>
        </p:nvSpPr>
        <p:spPr>
          <a:xfrm>
            <a:off x="6226121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09" name="foto">
            <a:extLst>
              <a:ext uri="{FF2B5EF4-FFF2-40B4-BE49-F238E27FC236}">
                <a16:creationId xmlns:a16="http://schemas.microsoft.com/office/drawing/2014/main" id="{92997DD6-3C3E-4D4F-A561-2FBB6E2CB16F}"/>
              </a:ext>
            </a:extLst>
          </p:cNvPr>
          <p:cNvSpPr>
            <a:spLocks noGrp="1"/>
          </p:cNvSpPr>
          <p:nvPr>
            <p:ph type="pic" sz="quarter" idx="58" hasCustomPrompt="1"/>
          </p:nvPr>
        </p:nvSpPr>
        <p:spPr>
          <a:xfrm>
            <a:off x="9074288" y="1388695"/>
            <a:ext cx="2602608" cy="2887574"/>
          </a:xfrm>
          <a:prstGeom prst="roundRect">
            <a:avLst>
              <a:gd name="adj" fmla="val 2713"/>
            </a:avLst>
          </a:prstGeom>
          <a:solidFill>
            <a:schemeClr val="bg1">
              <a:lumMod val="95000"/>
            </a:schemeClr>
          </a:solidFill>
        </p:spPr>
        <p:txBody>
          <a:bodyPr tIns="1620000" anchor="t"/>
          <a:lstStyle>
            <a:lvl1pPr marL="0" indent="0" algn="ctr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onderstaand pictogram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sp>
        <p:nvSpPr>
          <p:cNvPr id="211" name="tekst">
            <a:extLst>
              <a:ext uri="{FF2B5EF4-FFF2-40B4-BE49-F238E27FC236}">
                <a16:creationId xmlns:a16="http://schemas.microsoft.com/office/drawing/2014/main" id="{A2E8DCEB-4330-49AA-A7C5-2DAED7A4A97B}"/>
              </a:ext>
            </a:extLst>
          </p:cNvPr>
          <p:cNvSpPr>
            <a:spLocks noGrp="1"/>
          </p:cNvSpPr>
          <p:nvPr>
            <p:ph type="body" orient="vert" idx="59" hasCustomPrompt="1"/>
          </p:nvPr>
        </p:nvSpPr>
        <p:spPr>
          <a:xfrm>
            <a:off x="525244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16" name="tekst">
            <a:extLst>
              <a:ext uri="{FF2B5EF4-FFF2-40B4-BE49-F238E27FC236}">
                <a16:creationId xmlns:a16="http://schemas.microsoft.com/office/drawing/2014/main" id="{44DC3E61-1D5A-478B-BF82-E05E5C3AB0A1}"/>
              </a:ext>
            </a:extLst>
          </p:cNvPr>
          <p:cNvSpPr>
            <a:spLocks noGrp="1"/>
          </p:cNvSpPr>
          <p:nvPr>
            <p:ph type="body" orient="vert" idx="61" hasCustomPrompt="1"/>
          </p:nvPr>
        </p:nvSpPr>
        <p:spPr>
          <a:xfrm>
            <a:off x="3368870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18" name="tekst">
            <a:extLst>
              <a:ext uri="{FF2B5EF4-FFF2-40B4-BE49-F238E27FC236}">
                <a16:creationId xmlns:a16="http://schemas.microsoft.com/office/drawing/2014/main" id="{C12A6F54-7562-4C5D-846B-87E626458C4F}"/>
              </a:ext>
            </a:extLst>
          </p:cNvPr>
          <p:cNvSpPr>
            <a:spLocks noGrp="1"/>
          </p:cNvSpPr>
          <p:nvPr>
            <p:ph type="body" orient="vert" idx="63" hasCustomPrompt="1"/>
          </p:nvPr>
        </p:nvSpPr>
        <p:spPr>
          <a:xfrm>
            <a:off x="6217038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20" name="tekst">
            <a:extLst>
              <a:ext uri="{FF2B5EF4-FFF2-40B4-BE49-F238E27FC236}">
                <a16:creationId xmlns:a16="http://schemas.microsoft.com/office/drawing/2014/main" id="{ABCBA0F9-0F97-45BB-B6DE-999D743635EB}"/>
              </a:ext>
            </a:extLst>
          </p:cNvPr>
          <p:cNvSpPr>
            <a:spLocks noGrp="1"/>
          </p:cNvSpPr>
          <p:nvPr>
            <p:ph type="body" orient="vert" idx="65" hasCustomPrompt="1"/>
          </p:nvPr>
        </p:nvSpPr>
        <p:spPr>
          <a:xfrm>
            <a:off x="9069747" y="4530840"/>
            <a:ext cx="2611691" cy="1323218"/>
          </a:xfrm>
        </p:spPr>
        <p:txBody>
          <a:bodyPr vert="horz"/>
          <a:lstStyle>
            <a:lvl1pPr marL="0" indent="0" algn="ctr">
              <a:lnSpc>
                <a:spcPct val="100000"/>
              </a:lnSpc>
              <a:buNone/>
              <a:defRPr b="0"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 algn="ctr"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5"/>
            <a:r>
              <a:rPr lang="nl-NL" noProof="0"/>
              <a:t>Naam achternaam</a:t>
            </a:r>
          </a:p>
          <a:p>
            <a:pPr lvl="0"/>
            <a:r>
              <a:rPr lang="nl-NL" noProof="0"/>
              <a:t>Ruimte </a:t>
            </a:r>
            <a:r>
              <a:rPr lang="nl-NL" noProof="0" dirty="0"/>
              <a:t>voor een </a:t>
            </a:r>
            <a:br>
              <a:rPr lang="nl-NL" noProof="0" dirty="0"/>
            </a:br>
            <a:r>
              <a:rPr lang="nl-NL" noProof="0" dirty="0"/>
              <a:t>extra toevoeging</a:t>
            </a:r>
          </a:p>
        </p:txBody>
      </p:sp>
      <p:sp>
        <p:nvSpPr>
          <p:cNvPr id="221" name="Titel 1">
            <a:extLst>
              <a:ext uri="{FF2B5EF4-FFF2-40B4-BE49-F238E27FC236}">
                <a16:creationId xmlns:a16="http://schemas.microsoft.com/office/drawing/2014/main" id="{6B210676-552F-4B28-9F20-5CBEE02DAE8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0562" y="272177"/>
            <a:ext cx="11166334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63" name="Onder balkje">
            <a:extLst>
              <a:ext uri="{FF2B5EF4-FFF2-40B4-BE49-F238E27FC236}">
                <a16:creationId xmlns:a16="http://schemas.microsoft.com/office/drawing/2014/main" id="{EB382FCD-9C8B-4F18-B37B-29CA0F43C412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grpSp>
        <p:nvGrpSpPr>
          <p:cNvPr id="64" name="GRID" hidden="1">
            <a:extLst>
              <a:ext uri="{FF2B5EF4-FFF2-40B4-BE49-F238E27FC236}">
                <a16:creationId xmlns:a16="http://schemas.microsoft.com/office/drawing/2014/main" id="{EB75E045-9B2F-4037-8D43-019C3B8DAD0C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65" name="Rechthoek 64">
              <a:extLst>
                <a:ext uri="{FF2B5EF4-FFF2-40B4-BE49-F238E27FC236}">
                  <a16:creationId xmlns:a16="http://schemas.microsoft.com/office/drawing/2014/main" id="{9DA70BBF-1A70-4CE9-B92D-91AAD3DF13D4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6" name="Rechthoek 65">
              <a:extLst>
                <a:ext uri="{FF2B5EF4-FFF2-40B4-BE49-F238E27FC236}">
                  <a16:creationId xmlns:a16="http://schemas.microsoft.com/office/drawing/2014/main" id="{550D5FBA-5290-4AF6-AA22-20F04180A377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7" name="Rechthoek 66">
              <a:extLst>
                <a:ext uri="{FF2B5EF4-FFF2-40B4-BE49-F238E27FC236}">
                  <a16:creationId xmlns:a16="http://schemas.microsoft.com/office/drawing/2014/main" id="{2FE5C9DA-7391-4773-96D0-665A34E0478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8" name="Rechthoek 67">
              <a:extLst>
                <a:ext uri="{FF2B5EF4-FFF2-40B4-BE49-F238E27FC236}">
                  <a16:creationId xmlns:a16="http://schemas.microsoft.com/office/drawing/2014/main" id="{38AD4748-BAAA-4B2B-B4E6-3A1492B4BCF7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69" name="Rechthoek 68">
              <a:extLst>
                <a:ext uri="{FF2B5EF4-FFF2-40B4-BE49-F238E27FC236}">
                  <a16:creationId xmlns:a16="http://schemas.microsoft.com/office/drawing/2014/main" id="{A9941525-5D0D-4509-8ECE-B747140CB04A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0" name="Rechthoek 69">
              <a:extLst>
                <a:ext uri="{FF2B5EF4-FFF2-40B4-BE49-F238E27FC236}">
                  <a16:creationId xmlns:a16="http://schemas.microsoft.com/office/drawing/2014/main" id="{B681D3A7-95CC-4CEF-BFAB-79DF1FCD556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1" name="Rechthoek 70">
              <a:extLst>
                <a:ext uri="{FF2B5EF4-FFF2-40B4-BE49-F238E27FC236}">
                  <a16:creationId xmlns:a16="http://schemas.microsoft.com/office/drawing/2014/main" id="{60A5F06F-78F5-4257-84E5-7835A22AE4B8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2" name="Rechthoek 71">
              <a:extLst>
                <a:ext uri="{FF2B5EF4-FFF2-40B4-BE49-F238E27FC236}">
                  <a16:creationId xmlns:a16="http://schemas.microsoft.com/office/drawing/2014/main" id="{13835FFF-2F9E-4252-9978-9DB584EF03B9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3" name="Rechthoek 72">
              <a:extLst>
                <a:ext uri="{FF2B5EF4-FFF2-40B4-BE49-F238E27FC236}">
                  <a16:creationId xmlns:a16="http://schemas.microsoft.com/office/drawing/2014/main" id="{877A95CF-E943-452F-98FE-320623CE6607}"/>
                </a:ext>
              </a:extLst>
            </p:cNvPr>
            <p:cNvSpPr/>
            <p:nvPr userDrawn="1"/>
          </p:nvSpPr>
          <p:spPr>
            <a:xfrm>
              <a:off x="8828730" y="0"/>
              <a:ext cx="24555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4" name="Rechthoek 73">
              <a:extLst>
                <a:ext uri="{FF2B5EF4-FFF2-40B4-BE49-F238E27FC236}">
                  <a16:creationId xmlns:a16="http://schemas.microsoft.com/office/drawing/2014/main" id="{98B73A68-CF05-4530-9622-5D3A615F068E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5" name="Rechthoek 74">
              <a:extLst>
                <a:ext uri="{FF2B5EF4-FFF2-40B4-BE49-F238E27FC236}">
                  <a16:creationId xmlns:a16="http://schemas.microsoft.com/office/drawing/2014/main" id="{55A617AD-4F36-41FD-AF6E-A16FCEFFA382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7" name="Rechthoek 76">
              <a:extLst>
                <a:ext uri="{FF2B5EF4-FFF2-40B4-BE49-F238E27FC236}">
                  <a16:creationId xmlns:a16="http://schemas.microsoft.com/office/drawing/2014/main" id="{DA7579D0-E164-4569-B5C8-5731FCF6986E}"/>
                </a:ext>
              </a:extLst>
            </p:cNvPr>
            <p:cNvSpPr/>
            <p:nvPr userDrawn="1"/>
          </p:nvSpPr>
          <p:spPr>
            <a:xfrm>
              <a:off x="5980561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8" name="Rechthoek 77">
              <a:extLst>
                <a:ext uri="{FF2B5EF4-FFF2-40B4-BE49-F238E27FC236}">
                  <a16:creationId xmlns:a16="http://schemas.microsoft.com/office/drawing/2014/main" id="{21553237-0241-4E78-B12B-1AC9DE9554B5}"/>
                </a:ext>
              </a:extLst>
            </p:cNvPr>
            <p:cNvSpPr/>
            <p:nvPr userDrawn="1"/>
          </p:nvSpPr>
          <p:spPr>
            <a:xfrm>
              <a:off x="3136756" y="0"/>
              <a:ext cx="238218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79" name="Rechthoek 78">
              <a:extLst>
                <a:ext uri="{FF2B5EF4-FFF2-40B4-BE49-F238E27FC236}">
                  <a16:creationId xmlns:a16="http://schemas.microsoft.com/office/drawing/2014/main" id="{042FC887-2C74-4586-A11E-0965BADF5F84}"/>
                </a:ext>
              </a:extLst>
            </p:cNvPr>
            <p:cNvSpPr/>
            <p:nvPr userDrawn="1"/>
          </p:nvSpPr>
          <p:spPr>
            <a:xfrm>
              <a:off x="0" y="4284370"/>
              <a:ext cx="12192000" cy="24647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76" name="Tijdelijke aanduiding voor dianummer 5">
            <a:extLst>
              <a:ext uri="{FF2B5EF4-FFF2-40B4-BE49-F238E27FC236}">
                <a16:creationId xmlns:a16="http://schemas.microsoft.com/office/drawing/2014/main" id="{3CFA51F5-599C-4898-83AB-6D5F2884DF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932830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C-B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27" name="Onder balkje">
            <a:extLst>
              <a:ext uri="{FF2B5EF4-FFF2-40B4-BE49-F238E27FC236}">
                <a16:creationId xmlns:a16="http://schemas.microsoft.com/office/drawing/2014/main" id="{EC338F84-A3AF-48F4-A412-8D1363198E1A}"/>
              </a:ext>
            </a:extLst>
          </p:cNvPr>
          <p:cNvSpPr/>
          <p:nvPr userDrawn="1"/>
        </p:nvSpPr>
        <p:spPr>
          <a:xfrm>
            <a:off x="-2507" y="6785940"/>
            <a:ext cx="12192000" cy="7691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8516D6A5-529C-4A2F-9EF7-A2B647F1C54E}" type="datetime1">
              <a:rPr lang="nl-NL" smtClean="0"/>
              <a:t>3-3-2025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2" name="titel">
            <a:extLst>
              <a:ext uri="{FF2B5EF4-FFF2-40B4-BE49-F238E27FC236}">
                <a16:creationId xmlns:a16="http://schemas.microsoft.com/office/drawing/2014/main" id="{2AEFA4AD-513F-4FA2-94D5-B906A27FAE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18899" y="272177"/>
            <a:ext cx="11149188" cy="600744"/>
          </a:xfrm>
        </p:spPr>
        <p:txBody>
          <a:bodyPr/>
          <a:lstStyle>
            <a:lvl1pPr>
              <a:defRPr/>
            </a:lvl1pPr>
          </a:lstStyle>
          <a:p>
            <a:r>
              <a:rPr lang="nl-NL" noProof="0" dirty="0"/>
              <a:t>Plaats hier je titel</a:t>
            </a:r>
            <a:endParaRPr lang="nl-NL" dirty="0"/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FDD826C5-0082-44A8-A23D-491166C08D5B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523807" y="1400483"/>
            <a:ext cx="8974163" cy="4456846"/>
          </a:xfrm>
        </p:spPr>
        <p:txBody>
          <a:bodyPr vert="horz"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Plaats hier de CC-BY tekst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534272" y="-885712"/>
            <a:ext cx="1123486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CC-BY</a:t>
            </a:r>
          </a:p>
        </p:txBody>
      </p:sp>
      <p:sp>
        <p:nvSpPr>
          <p:cNvPr id="22" name="Tijdelijke aanduiding voor tekst 21">
            <a:extLst>
              <a:ext uri="{FF2B5EF4-FFF2-40B4-BE49-F238E27FC236}">
                <a16:creationId xmlns:a16="http://schemas.microsoft.com/office/drawing/2014/main" id="{EA3F018E-3681-4180-9C3F-F5324D11154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8" name="Tijdelijke aanduiding voor tekst 44">
            <a:extLst>
              <a:ext uri="{FF2B5EF4-FFF2-40B4-BE49-F238E27FC236}">
                <a16:creationId xmlns:a16="http://schemas.microsoft.com/office/drawing/2014/main" id="{2625E133-5B44-43E9-8CFC-FA46765B91E9}"/>
              </a:ext>
            </a:extLst>
          </p:cNvPr>
          <p:cNvSpPr>
            <a:spLocks noGrp="1"/>
          </p:cNvSpPr>
          <p:nvPr>
            <p:ph type="body" sz="quarter" idx="68"/>
          </p:nvPr>
        </p:nvSpPr>
        <p:spPr>
          <a:xfrm>
            <a:off x="10691963" y="5463172"/>
            <a:ext cx="899703" cy="394157"/>
          </a:xfrm>
          <a:blipFill>
            <a:blip r:embed="rId2" cstate="email">
              <a:duotone>
                <a:schemeClr val="accent1">
                  <a:shade val="45000"/>
                  <a:satMod val="135000"/>
                </a:schemeClr>
                <a:prstClr val="white"/>
              </a:duotone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2307" r="2307"/>
            </a:stretch>
          </a:blipFill>
        </p:spPr>
        <p:txBody>
          <a:bodyPr/>
          <a:lstStyle>
            <a:lvl1pPr marL="0" indent="0">
              <a:buNone/>
              <a:defRPr sz="100"/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Tijdelijke aanduiding voor dianummer 5">
            <a:extLst>
              <a:ext uri="{FF2B5EF4-FFF2-40B4-BE49-F238E27FC236}">
                <a16:creationId xmlns:a16="http://schemas.microsoft.com/office/drawing/2014/main" id="{E6A3CE52-E5F7-4B4F-85AC-CD549AB4D4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599513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Cover Logo">
            <a:extLst>
              <a:ext uri="{FF2B5EF4-FFF2-40B4-BE49-F238E27FC236}">
                <a16:creationId xmlns:a16="http://schemas.microsoft.com/office/drawing/2014/main" id="{BFE3F2DF-F973-4BC9-A966-72782954493A}"/>
              </a:ext>
            </a:extLst>
          </p:cNvPr>
          <p:cNvSpPr/>
          <p:nvPr userDrawn="1"/>
        </p:nvSpPr>
        <p:spPr>
          <a:xfrm>
            <a:off x="10464800" y="5725024"/>
            <a:ext cx="1727200" cy="106091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48" name="foto">
            <a:extLst>
              <a:ext uri="{FF2B5EF4-FFF2-40B4-BE49-F238E27FC236}">
                <a16:creationId xmlns:a16="http://schemas.microsoft.com/office/drawing/2014/main" id="{9FA4FBC7-DF59-4250-B300-46C73F53877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59064" y="261257"/>
            <a:ext cx="11670136" cy="6343604"/>
          </a:xfrm>
          <a:prstGeom prst="roundRect">
            <a:avLst>
              <a:gd name="adj" fmla="val 2210"/>
            </a:avLst>
          </a:prstGeom>
          <a:solidFill>
            <a:schemeClr val="bg1">
              <a:lumMod val="85000"/>
            </a:schemeClr>
          </a:solidFill>
        </p:spPr>
        <p:txBody>
          <a:bodyPr lIns="6480000" tIns="0" anchor="ctr" anchorCtr="0"/>
          <a:lstStyle>
            <a:lvl1pPr marL="0" indent="0" algn="l">
              <a:spcBef>
                <a:spcPts val="0"/>
              </a:spcBef>
              <a:spcAft>
                <a:spcPts val="0"/>
              </a:spcAft>
              <a:buNone/>
              <a:defRPr sz="1050" b="1" baseline="0"/>
            </a:lvl1pPr>
          </a:lstStyle>
          <a:p>
            <a:r>
              <a:rPr lang="nl-NL"/>
              <a:t>Klik op het pictogram hiernaast</a:t>
            </a:r>
            <a:br>
              <a:rPr lang="nl-NL"/>
            </a:br>
            <a:r>
              <a:rPr lang="nl-NL"/>
              <a:t>om een afbeelding in te voegen</a:t>
            </a:r>
          </a:p>
        </p:txBody>
      </p:sp>
      <p:grpSp>
        <p:nvGrpSpPr>
          <p:cNvPr id="11" name="GRID" hidden="1">
            <a:extLst>
              <a:ext uri="{FF2B5EF4-FFF2-40B4-BE49-F238E27FC236}">
                <a16:creationId xmlns:a16="http://schemas.microsoft.com/office/drawing/2014/main" id="{B2685EF9-3068-415F-B9ED-225316426223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hthoek 13">
              <a:extLst>
                <a:ext uri="{FF2B5EF4-FFF2-40B4-BE49-F238E27FC236}">
                  <a16:creationId xmlns:a16="http://schemas.microsoft.com/office/drawing/2014/main" id="{BDCA59AB-4ADA-46B6-9123-8D4DCD9CD56B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5" name="Rechthoek 14">
              <a:extLst>
                <a:ext uri="{FF2B5EF4-FFF2-40B4-BE49-F238E27FC236}">
                  <a16:creationId xmlns:a16="http://schemas.microsoft.com/office/drawing/2014/main" id="{DB8D413C-4CA9-4404-93FC-29E5D7246E0F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6" name="Rechthoek 15">
              <a:extLst>
                <a:ext uri="{FF2B5EF4-FFF2-40B4-BE49-F238E27FC236}">
                  <a16:creationId xmlns:a16="http://schemas.microsoft.com/office/drawing/2014/main" id="{83BCEF68-DD53-4A2F-B64F-76565655293E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7" name="Rechthoek 16">
              <a:extLst>
                <a:ext uri="{FF2B5EF4-FFF2-40B4-BE49-F238E27FC236}">
                  <a16:creationId xmlns:a16="http://schemas.microsoft.com/office/drawing/2014/main" id="{450183A5-53A5-4F6B-9678-058FE56731F3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8" name="Rechthoek 17">
              <a:extLst>
                <a:ext uri="{FF2B5EF4-FFF2-40B4-BE49-F238E27FC236}">
                  <a16:creationId xmlns:a16="http://schemas.microsoft.com/office/drawing/2014/main" id="{AA426062-2C36-4321-8992-B3E86D034500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9" name="Rechthoek 18">
              <a:extLst>
                <a:ext uri="{FF2B5EF4-FFF2-40B4-BE49-F238E27FC236}">
                  <a16:creationId xmlns:a16="http://schemas.microsoft.com/office/drawing/2014/main" id="{47E730E5-8A0C-434A-8E0D-683DD4073CCC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0" name="Rechthoek 19">
              <a:extLst>
                <a:ext uri="{FF2B5EF4-FFF2-40B4-BE49-F238E27FC236}">
                  <a16:creationId xmlns:a16="http://schemas.microsoft.com/office/drawing/2014/main" id="{8F612C4F-9DCB-400A-9E73-A8B1A519C351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1" name="Rechthoek 20">
              <a:extLst>
                <a:ext uri="{FF2B5EF4-FFF2-40B4-BE49-F238E27FC236}">
                  <a16:creationId xmlns:a16="http://schemas.microsoft.com/office/drawing/2014/main" id="{9E202C06-6636-4C1D-90FA-AD215F67B955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3DB3D0D4-7D42-4D7D-8685-1E9FC523F053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F03B15F9-32B4-4F44-B944-8279A7BCF7E8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5407207-177C-4EFF-B9AC-E7BBB9E12D8F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sp>
        <p:nvSpPr>
          <p:cNvPr id="4" name="Tijdelijke aanduiding voor datum 3">
            <a:extLst>
              <a:ext uri="{FF2B5EF4-FFF2-40B4-BE49-F238E27FC236}">
                <a16:creationId xmlns:a16="http://schemas.microsoft.com/office/drawing/2014/main" id="{0DA75972-73CC-4A0A-9567-F2B4412F0205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7645707" y="7045418"/>
            <a:ext cx="3140325" cy="216909"/>
          </a:xfrm>
        </p:spPr>
        <p:txBody>
          <a:bodyPr/>
          <a:lstStyle/>
          <a:p>
            <a:fld id="{FC73CD82-1D46-4D68-A265-F825BBCF0C74}" type="datetime1">
              <a:rPr lang="nl-NL" smtClean="0"/>
              <a:t>3-3-2025</a:t>
            </a:fld>
            <a:endParaRPr lang="nl-NL"/>
          </a:p>
        </p:txBody>
      </p:sp>
      <p:sp>
        <p:nvSpPr>
          <p:cNvPr id="5" name="Tijdelijke aanduiding voor voettekst 4">
            <a:extLst>
              <a:ext uri="{FF2B5EF4-FFF2-40B4-BE49-F238E27FC236}">
                <a16:creationId xmlns:a16="http://schemas.microsoft.com/office/drawing/2014/main" id="{D07A43D8-7ED9-442E-BF69-FF8902703C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926910" y="7045418"/>
            <a:ext cx="6718797" cy="216909"/>
          </a:xfrm>
        </p:spPr>
        <p:txBody>
          <a:bodyPr/>
          <a:lstStyle/>
          <a:p>
            <a:r>
              <a:rPr lang="nl-NL"/>
              <a:t>&lt;Plaats hier je voettekst&gt;</a:t>
            </a:r>
          </a:p>
        </p:txBody>
      </p:sp>
      <p:sp>
        <p:nvSpPr>
          <p:cNvPr id="7" name="Tekstvak">
            <a:extLst>
              <a:ext uri="{FF2B5EF4-FFF2-40B4-BE49-F238E27FC236}">
                <a16:creationId xmlns:a16="http://schemas.microsoft.com/office/drawing/2014/main" id="{A6DE5EA5-27BD-42F3-BD1D-C1E35D802DEE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41" name="Tijdelijke aanduiding voor tekst 4">
            <a:extLst>
              <a:ext uri="{FF2B5EF4-FFF2-40B4-BE49-F238E27FC236}">
                <a16:creationId xmlns:a16="http://schemas.microsoft.com/office/drawing/2014/main" id="{97D94EDB-F9CC-42E2-BBE0-51B1FA51754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>
          <a:xfrm>
            <a:off x="870839" y="3264255"/>
            <a:ext cx="4347528" cy="2135167"/>
          </a:xfrm>
          <a:prstGeom prst="roundRect">
            <a:avLst>
              <a:gd name="adj" fmla="val 7360"/>
            </a:avLst>
          </a:prstGeom>
          <a:solidFill>
            <a:schemeClr val="accent1"/>
          </a:solidFill>
          <a:ln w="12700">
            <a:solidFill>
              <a:schemeClr val="accent1"/>
            </a:solidFill>
          </a:ln>
        </p:spPr>
        <p:txBody>
          <a:bodyPr lIns="612000" tIns="180000" rIns="180000" bIns="252000" anchor="ctr" anchorCtr="0"/>
          <a:lstStyle>
            <a:lvl1pPr marL="0" indent="0" algn="l">
              <a:lnSpc>
                <a:spcPct val="150000"/>
              </a:lnSpc>
              <a:buFont typeface="Arial" panose="020B0604020202020204" pitchFamily="34" charset="0"/>
              <a:buNone/>
              <a:defRPr sz="1600" b="1">
                <a:solidFill>
                  <a:schemeClr val="accent1"/>
                </a:solidFill>
              </a:defRPr>
            </a:lvl1pPr>
            <a:lvl2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2pPr>
            <a:lvl3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3pPr>
            <a:lvl4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4pPr>
            <a:lvl5pPr marL="0" indent="0" algn="ctr">
              <a:buFont typeface="Arial" panose="020B0604020202020204" pitchFamily="34" charset="0"/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2" name="Tijdelijke aanduiding voor tekst 41">
            <a:extLst>
              <a:ext uri="{FF2B5EF4-FFF2-40B4-BE49-F238E27FC236}">
                <a16:creationId xmlns:a16="http://schemas.microsoft.com/office/drawing/2014/main" id="{B9D02996-54AC-4166-B627-2F4362DC0176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accent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7" name="logo">
            <a:extLst>
              <a:ext uri="{FF2B5EF4-FFF2-40B4-BE49-F238E27FC236}">
                <a16:creationId xmlns:a16="http://schemas.microsoft.com/office/drawing/2014/main" id="{D5F74550-17D3-4535-94BC-8922C0155B1C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26" name="wolk">
            <a:extLst>
              <a:ext uri="{FF2B5EF4-FFF2-40B4-BE49-F238E27FC236}">
                <a16:creationId xmlns:a16="http://schemas.microsoft.com/office/drawing/2014/main" id="{2E9579D3-4F63-4CAB-810A-D59D90415FF1}"/>
              </a:ext>
            </a:extLst>
          </p:cNvPr>
          <p:cNvSpPr>
            <a:spLocks noGrp="1"/>
          </p:cNvSpPr>
          <p:nvPr>
            <p:ph type="body" sz="quarter" idx="61" hasCustomPrompt="1"/>
          </p:nvPr>
        </p:nvSpPr>
        <p:spPr>
          <a:xfrm>
            <a:off x="423435" y="524498"/>
            <a:ext cx="4875645" cy="2320893"/>
          </a:xfrm>
          <a:blipFill dpi="0" rotWithShape="1">
            <a:blip r:embed="rId3" cstate="email">
              <a:alphaModFix amt="90000"/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wrap="square" lIns="900000" tIns="720000" rIns="288000" bIns="1800000" anchor="t"/>
          <a:lstStyle>
            <a:lvl1pPr marL="0" marR="0" indent="0" algn="l" defTabSz="914400" rtl="0" eaLnBrk="1" fontAlgn="auto" latinLnBrk="0" hangingPunct="1">
              <a:lnSpc>
                <a:spcPct val="8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SzTx/>
              <a:buFont typeface="Arial" panose="020B0604020202020204" pitchFamily="34" charset="0"/>
              <a:buNone/>
              <a:tabLst/>
              <a:defRPr sz="3400" b="1" cap="all" baseline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r>
              <a:rPr lang="nl-NL" dirty="0"/>
              <a:t>Plaats hier de afsluitingszin</a:t>
            </a:r>
          </a:p>
        </p:txBody>
      </p:sp>
      <p:sp>
        <p:nvSpPr>
          <p:cNvPr id="28" name="Tijdelijke aanduiding voor dianummer 5">
            <a:extLst>
              <a:ext uri="{FF2B5EF4-FFF2-40B4-BE49-F238E27FC236}">
                <a16:creationId xmlns:a16="http://schemas.microsoft.com/office/drawing/2014/main" id="{B715D031-E29A-40E5-9F78-94BB56E8BA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6362" y="6376061"/>
            <a:ext cx="392576" cy="216909"/>
          </a:xfrm>
        </p:spPr>
        <p:txBody>
          <a:bodyPr/>
          <a:lstStyle/>
          <a:p>
            <a:fld id="{7AD0FE45-509C-4BDF-9EDE-64426F8DF3D2}" type="slidenum">
              <a:rPr lang="nl-NL" smtClean="0"/>
              <a:t>‹#›</a:t>
            </a:fld>
            <a:endParaRPr lang="nl-NL"/>
          </a:p>
        </p:txBody>
      </p:sp>
      <p:sp>
        <p:nvSpPr>
          <p:cNvPr id="27" name="tekst">
            <a:extLst>
              <a:ext uri="{FF2B5EF4-FFF2-40B4-BE49-F238E27FC236}">
                <a16:creationId xmlns:a16="http://schemas.microsoft.com/office/drawing/2014/main" id="{48EC4A08-27AE-4FB4-BF24-48B8321D39D1}"/>
              </a:ext>
            </a:extLst>
          </p:cNvPr>
          <p:cNvSpPr>
            <a:spLocks noGrp="1"/>
          </p:cNvSpPr>
          <p:nvPr>
            <p:ph type="body" orient="vert" idx="1" hasCustomPrompt="1"/>
          </p:nvPr>
        </p:nvSpPr>
        <p:spPr>
          <a:xfrm>
            <a:off x="1571062" y="3443305"/>
            <a:ext cx="3200400" cy="261257"/>
          </a:xfrm>
        </p:spPr>
        <p:txBody>
          <a:bodyPr vert="horz" wrap="none" anchor="t"/>
          <a:lstStyle>
            <a:lvl1pPr marL="0" indent="0">
              <a:spcBef>
                <a:spcPts val="0"/>
              </a:spcBef>
              <a:spcAft>
                <a:spcPts val="0"/>
              </a:spcAft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Naam + achternaam</a:t>
            </a:r>
          </a:p>
          <a:p>
            <a:pPr lvl="0"/>
            <a:endParaRPr lang="nl-NL" noProof="0" dirty="0"/>
          </a:p>
        </p:txBody>
      </p:sp>
      <p:sp>
        <p:nvSpPr>
          <p:cNvPr id="31" name="tekst">
            <a:extLst>
              <a:ext uri="{FF2B5EF4-FFF2-40B4-BE49-F238E27FC236}">
                <a16:creationId xmlns:a16="http://schemas.microsoft.com/office/drawing/2014/main" id="{3DD2758F-58F6-46DA-B775-49E492EA5E31}"/>
              </a:ext>
            </a:extLst>
          </p:cNvPr>
          <p:cNvSpPr>
            <a:spLocks noGrp="1"/>
          </p:cNvSpPr>
          <p:nvPr>
            <p:ph type="body" orient="vert" idx="68" hasCustomPrompt="1"/>
          </p:nvPr>
        </p:nvSpPr>
        <p:spPr>
          <a:xfrm>
            <a:off x="1571062" y="3949026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 dirty="0"/>
              <a:t>E-mail:</a:t>
            </a:r>
          </a:p>
        </p:txBody>
      </p:sp>
      <p:sp>
        <p:nvSpPr>
          <p:cNvPr id="32" name="tekst">
            <a:extLst>
              <a:ext uri="{FF2B5EF4-FFF2-40B4-BE49-F238E27FC236}">
                <a16:creationId xmlns:a16="http://schemas.microsoft.com/office/drawing/2014/main" id="{22BAB6AC-1F1A-4629-A2B9-2D3448E852CA}"/>
              </a:ext>
            </a:extLst>
          </p:cNvPr>
          <p:cNvSpPr>
            <a:spLocks noGrp="1"/>
          </p:cNvSpPr>
          <p:nvPr>
            <p:ph type="body" orient="vert" idx="69" hasCustomPrompt="1"/>
          </p:nvPr>
        </p:nvSpPr>
        <p:spPr>
          <a:xfrm>
            <a:off x="1571062" y="4454747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pPr lvl="0"/>
            <a:r>
              <a:rPr lang="nl-NL" noProof="0" dirty="0"/>
              <a:t>Website:</a:t>
            </a:r>
          </a:p>
        </p:txBody>
      </p:sp>
      <p:sp>
        <p:nvSpPr>
          <p:cNvPr id="33" name="tekst">
            <a:extLst>
              <a:ext uri="{FF2B5EF4-FFF2-40B4-BE49-F238E27FC236}">
                <a16:creationId xmlns:a16="http://schemas.microsoft.com/office/drawing/2014/main" id="{7C6CD6BC-119A-49EB-9D8D-3794C25113CE}"/>
              </a:ext>
            </a:extLst>
          </p:cNvPr>
          <p:cNvSpPr>
            <a:spLocks noGrp="1"/>
          </p:cNvSpPr>
          <p:nvPr>
            <p:ph type="body" orient="vert" idx="70" hasCustomPrompt="1"/>
          </p:nvPr>
        </p:nvSpPr>
        <p:spPr>
          <a:xfrm>
            <a:off x="1571062" y="4960468"/>
            <a:ext cx="3200400" cy="261257"/>
          </a:xfrm>
        </p:spPr>
        <p:txBody>
          <a:bodyPr vert="horz" wrap="none" anchor="t"/>
          <a:lstStyle>
            <a:lvl1pPr marL="0" indent="0">
              <a:buFontTx/>
              <a:buNone/>
              <a:defRPr sz="1600" b="1">
                <a:solidFill>
                  <a:schemeClr val="bg1"/>
                </a:solidFill>
              </a:defRPr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  <a:lvl6pPr>
              <a:defRPr/>
            </a:lvl6pPr>
            <a:lvl7pPr>
              <a:defRPr/>
            </a:lvl7pPr>
            <a:lvl8pPr>
              <a:defRPr/>
            </a:lvl8pPr>
            <a:lvl9pPr>
              <a:defRPr/>
            </a:lvl9pPr>
          </a:lstStyle>
          <a:p>
            <a:r>
              <a:rPr lang="nl-NL" dirty="0" err="1"/>
              <a:t>Social</a:t>
            </a:r>
            <a:r>
              <a:rPr lang="nl-NL" dirty="0"/>
              <a:t> media:</a:t>
            </a:r>
          </a:p>
        </p:txBody>
      </p:sp>
      <p:sp>
        <p:nvSpPr>
          <p:cNvPr id="3" name="Tijdelijke aanduiding voor tekst 2">
            <a:extLst>
              <a:ext uri="{FF2B5EF4-FFF2-40B4-BE49-F238E27FC236}">
                <a16:creationId xmlns:a16="http://schemas.microsoft.com/office/drawing/2014/main" id="{69A87B61-A945-41B1-9F67-1FAE779BF38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1578926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sluiting (2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hthoek 5">
            <a:extLst>
              <a:ext uri="{FF2B5EF4-FFF2-40B4-BE49-F238E27FC236}">
                <a16:creationId xmlns:a16="http://schemas.microsoft.com/office/drawing/2014/main" id="{6A109DE8-DE3B-4ABF-AE26-4E37A56FDBF9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7" name="logo">
            <a:extLst>
              <a:ext uri="{FF2B5EF4-FFF2-40B4-BE49-F238E27FC236}">
                <a16:creationId xmlns:a16="http://schemas.microsoft.com/office/drawing/2014/main" id="{980E29EC-4D77-4FE5-9F34-F1B54C0C6410}"/>
              </a:ext>
            </a:extLst>
          </p:cNvPr>
          <p:cNvSpPr>
            <a:spLocks noGrp="1"/>
          </p:cNvSpPr>
          <p:nvPr>
            <p:ph type="body" sz="quarter" idx="64" hasCustomPrompt="1"/>
          </p:nvPr>
        </p:nvSpPr>
        <p:spPr>
          <a:xfrm>
            <a:off x="10691963" y="5852007"/>
            <a:ext cx="991742" cy="486603"/>
          </a:xfrm>
          <a:blipFill>
            <a:blip r:embed="rId2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>
              <a:fillRect l="1580" r="1580"/>
            </a:stretch>
          </a:blipFill>
        </p:spPr>
        <p:txBody>
          <a:bodyPr anchor="t"/>
          <a:lstStyle>
            <a:lvl1pPr marL="0" indent="0" algn="ctr">
              <a:lnSpc>
                <a:spcPct val="80000"/>
              </a:lnSpc>
              <a:buNone/>
              <a:defRPr sz="1600" b="0">
                <a:solidFill>
                  <a:schemeClr val="tx1"/>
                </a:solidFill>
                <a:effectLst/>
                <a:latin typeface="+mj-lt"/>
              </a:defRPr>
            </a:lvl1pPr>
          </a:lstStyle>
          <a:p>
            <a:pPr lvl="0"/>
            <a:r>
              <a:rPr lang="nl-NL"/>
              <a:t>  </a:t>
            </a:r>
            <a:endParaRPr lang="nl-NL" dirty="0"/>
          </a:p>
        </p:txBody>
      </p:sp>
      <p:sp>
        <p:nvSpPr>
          <p:cNvPr id="10" name="Tekstvak">
            <a:extLst>
              <a:ext uri="{FF2B5EF4-FFF2-40B4-BE49-F238E27FC236}">
                <a16:creationId xmlns:a16="http://schemas.microsoft.com/office/drawing/2014/main" id="{6992082D-EDB3-45DF-96CC-F7B5BC4AC3C2}"/>
              </a:ext>
            </a:extLst>
          </p:cNvPr>
          <p:cNvSpPr txBox="1"/>
          <p:nvPr userDrawn="1"/>
        </p:nvSpPr>
        <p:spPr>
          <a:xfrm>
            <a:off x="5331301" y="-885712"/>
            <a:ext cx="1529431" cy="548182"/>
          </a:xfrm>
          <a:prstGeom prst="rect">
            <a:avLst/>
          </a:prstGeom>
          <a:solidFill>
            <a:schemeClr val="bg1"/>
          </a:solidFill>
        </p:spPr>
        <p:txBody>
          <a:bodyPr wrap="none" lIns="360000" tIns="180000" rIns="360000" bIns="180000" rtlCol="0">
            <a:spAutoFit/>
          </a:bodyPr>
          <a:lstStyle/>
          <a:p>
            <a:pPr algn="ctr"/>
            <a:r>
              <a:rPr lang="nl-NL" sz="1200" b="0" spc="50" baseline="0">
                <a:solidFill>
                  <a:srgbClr val="212121"/>
                </a:solidFill>
                <a:latin typeface="+mn-lt"/>
                <a:cs typeface="Calibri" panose="020F0502020204030204" pitchFamily="34" charset="0"/>
              </a:rPr>
              <a:t>AFSLUITING</a:t>
            </a:r>
          </a:p>
        </p:txBody>
      </p:sp>
      <p:sp>
        <p:nvSpPr>
          <p:cNvPr id="8" name="Tijdelijke aanduiding voor tekst 41">
            <a:extLst>
              <a:ext uri="{FF2B5EF4-FFF2-40B4-BE49-F238E27FC236}">
                <a16:creationId xmlns:a16="http://schemas.microsoft.com/office/drawing/2014/main" id="{9F83E9FC-067F-4F18-B24E-EFC2BDBB5372}"/>
              </a:ext>
            </a:extLst>
          </p:cNvPr>
          <p:cNvSpPr>
            <a:spLocks noGrp="1"/>
          </p:cNvSpPr>
          <p:nvPr>
            <p:ph type="body" sz="quarter" idx="67"/>
          </p:nvPr>
        </p:nvSpPr>
        <p:spPr>
          <a:xfrm>
            <a:off x="9754069" y="0"/>
            <a:ext cx="1919032" cy="6858000"/>
          </a:xfrm>
          <a:custGeom>
            <a:avLst/>
            <a:gdLst>
              <a:gd name="connsiteX0" fmla="*/ 2209313 w 2219324"/>
              <a:gd name="connsiteY0" fmla="*/ 0 h 7931150"/>
              <a:gd name="connsiteX1" fmla="*/ 2219324 w 2219324"/>
              <a:gd name="connsiteY1" fmla="*/ 9968 h 7931150"/>
              <a:gd name="connsiteX2" fmla="*/ 2219324 w 2219324"/>
              <a:gd name="connsiteY2" fmla="*/ 2491982 h 7931150"/>
              <a:gd name="connsiteX3" fmla="*/ 1528497 w 2219324"/>
              <a:gd name="connsiteY3" fmla="*/ 3179770 h 7931150"/>
              <a:gd name="connsiteX4" fmla="*/ 690827 w 2219324"/>
              <a:gd name="connsiteY4" fmla="*/ 3179770 h 7931150"/>
              <a:gd name="connsiteX5" fmla="*/ 20024 w 2219324"/>
              <a:gd name="connsiteY5" fmla="*/ 3847621 h 7931150"/>
              <a:gd name="connsiteX6" fmla="*/ 20024 w 2219324"/>
              <a:gd name="connsiteY6" fmla="*/ 7921182 h 7931150"/>
              <a:gd name="connsiteX7" fmla="*/ 10012 w 2219324"/>
              <a:gd name="connsiteY7" fmla="*/ 7931150 h 7931150"/>
              <a:gd name="connsiteX8" fmla="*/ 0 w 2219324"/>
              <a:gd name="connsiteY8" fmla="*/ 7921182 h 7931150"/>
              <a:gd name="connsiteX9" fmla="*/ 0 w 2219324"/>
              <a:gd name="connsiteY9" fmla="*/ 3847621 h 7931150"/>
              <a:gd name="connsiteX10" fmla="*/ 690827 w 2219324"/>
              <a:gd name="connsiteY10" fmla="*/ 3159834 h 7931150"/>
              <a:gd name="connsiteX11" fmla="*/ 1528497 w 2219324"/>
              <a:gd name="connsiteY11" fmla="*/ 3159834 h 7931150"/>
              <a:gd name="connsiteX12" fmla="*/ 2199301 w 2219324"/>
              <a:gd name="connsiteY12" fmla="*/ 2491982 h 7931150"/>
              <a:gd name="connsiteX13" fmla="*/ 2199301 w 2219324"/>
              <a:gd name="connsiteY13" fmla="*/ 9968 h 7931150"/>
              <a:gd name="connsiteX14" fmla="*/ 2209313 w 2219324"/>
              <a:gd name="connsiteY14" fmla="*/ 0 h 7931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2219324" h="7931150">
                <a:moveTo>
                  <a:pt x="2209313" y="0"/>
                </a:moveTo>
                <a:cubicBezTo>
                  <a:pt x="2215987" y="0"/>
                  <a:pt x="2219324" y="3322"/>
                  <a:pt x="2219324" y="9968"/>
                </a:cubicBezTo>
                <a:cubicBezTo>
                  <a:pt x="2219324" y="2491982"/>
                  <a:pt x="2219324" y="2491982"/>
                  <a:pt x="2219324" y="2491982"/>
                </a:cubicBezTo>
                <a:cubicBezTo>
                  <a:pt x="2219324" y="2870764"/>
                  <a:pt x="1908953" y="3179770"/>
                  <a:pt x="1528497" y="3179770"/>
                </a:cubicBezTo>
                <a:cubicBezTo>
                  <a:pt x="690827" y="3179770"/>
                  <a:pt x="690827" y="3179770"/>
                  <a:pt x="690827" y="3179770"/>
                </a:cubicBezTo>
                <a:cubicBezTo>
                  <a:pt x="320383" y="3179770"/>
                  <a:pt x="20024" y="3478808"/>
                  <a:pt x="20024" y="3847621"/>
                </a:cubicBezTo>
                <a:cubicBezTo>
                  <a:pt x="20024" y="7921182"/>
                  <a:pt x="20024" y="7921182"/>
                  <a:pt x="20024" y="7921182"/>
                </a:cubicBezTo>
                <a:cubicBezTo>
                  <a:pt x="20024" y="7924504"/>
                  <a:pt x="16686" y="7931150"/>
                  <a:pt x="10012" y="7931150"/>
                </a:cubicBezTo>
                <a:cubicBezTo>
                  <a:pt x="3337" y="7931150"/>
                  <a:pt x="0" y="7924504"/>
                  <a:pt x="0" y="7921182"/>
                </a:cubicBezTo>
                <a:cubicBezTo>
                  <a:pt x="0" y="3847621"/>
                  <a:pt x="0" y="3847621"/>
                  <a:pt x="0" y="3847621"/>
                </a:cubicBezTo>
                <a:cubicBezTo>
                  <a:pt x="0" y="3468840"/>
                  <a:pt x="310371" y="3159834"/>
                  <a:pt x="690827" y="3159834"/>
                </a:cubicBezTo>
                <a:cubicBezTo>
                  <a:pt x="1528497" y="3159834"/>
                  <a:pt x="1528497" y="3159834"/>
                  <a:pt x="1528497" y="3159834"/>
                </a:cubicBezTo>
                <a:cubicBezTo>
                  <a:pt x="1898941" y="3159834"/>
                  <a:pt x="2199301" y="2860796"/>
                  <a:pt x="2199301" y="2491982"/>
                </a:cubicBezTo>
                <a:cubicBezTo>
                  <a:pt x="2199301" y="9968"/>
                  <a:pt x="2199301" y="9968"/>
                  <a:pt x="2199301" y="9968"/>
                </a:cubicBezTo>
                <a:cubicBezTo>
                  <a:pt x="2199301" y="3322"/>
                  <a:pt x="2202638" y="0"/>
                  <a:pt x="2209313" y="0"/>
                </a:cubicBezTo>
                <a:close/>
              </a:path>
            </a:pathLst>
          </a:custGeom>
          <a:solidFill>
            <a:schemeClr val="bg1"/>
          </a:solidFill>
        </p:spPr>
        <p:txBody>
          <a:bodyPr wrap="square">
            <a:noAutofit/>
          </a:bodyPr>
          <a:lstStyle>
            <a:lvl1pPr marL="0" indent="0">
              <a:buNone/>
              <a:defRPr sz="100">
                <a:solidFill>
                  <a:schemeClr val="tx1">
                    <a:alpha val="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ijdelijke aanduiding voor tekst 2">
            <a:extLst>
              <a:ext uri="{FF2B5EF4-FFF2-40B4-BE49-F238E27FC236}">
                <a16:creationId xmlns:a16="http://schemas.microsoft.com/office/drawing/2014/main" id="{44C80A36-B777-41EB-8184-7E721556A3DF}"/>
              </a:ext>
            </a:extLst>
          </p:cNvPr>
          <p:cNvSpPr>
            <a:spLocks noGrp="1"/>
          </p:cNvSpPr>
          <p:nvPr>
            <p:ph type="body" sz="quarter" idx="71" hasCustomPrompt="1"/>
          </p:nvPr>
        </p:nvSpPr>
        <p:spPr>
          <a:xfrm>
            <a:off x="883538" y="5681386"/>
            <a:ext cx="8439150" cy="596361"/>
          </a:xfrm>
        </p:spPr>
        <p:txBody>
          <a:bodyPr/>
          <a:lstStyle>
            <a:lvl1pPr marL="0" indent="0">
              <a:buFont typeface="Arial" panose="020B0604020202020204" pitchFamily="34" charset="0"/>
              <a:buNone/>
              <a:defRPr sz="4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nl-NL" dirty="0"/>
              <a:t>Samen aanjagen van vernieuwing</a:t>
            </a:r>
          </a:p>
        </p:txBody>
      </p:sp>
    </p:spTree>
    <p:extLst>
      <p:ext uri="{BB962C8B-B14F-4D97-AF65-F5344CB8AC3E}">
        <p14:creationId xmlns:p14="http://schemas.microsoft.com/office/powerpoint/2010/main" val="3318251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3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image" Target="../media/image7.png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2.sv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image" Target="../media/image6.png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image" Target="../media/image5.png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4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logo">
            <a:extLst>
              <a:ext uri="{FF2B5EF4-FFF2-40B4-BE49-F238E27FC236}">
                <a16:creationId xmlns:a16="http://schemas.microsoft.com/office/drawing/2014/main" id="{A9EF41EF-91DB-4F13-83A5-72C0E41968CA}"/>
              </a:ext>
            </a:extLst>
          </p:cNvPr>
          <p:cNvPicPr>
            <a:picLocks noChangeAspect="1"/>
          </p:cNvPicPr>
          <p:nvPr userDrawn="1"/>
        </p:nvPicPr>
        <p:blipFill>
          <a:blip r:embed="rId19">
            <a:extLs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10987093" y="6122145"/>
            <a:ext cx="952038" cy="482540"/>
          </a:xfrm>
          <a:prstGeom prst="rect">
            <a:avLst/>
          </a:prstGeom>
        </p:spPr>
      </p:pic>
      <p:sp>
        <p:nvSpPr>
          <p:cNvPr id="2" name="titel">
            <a:extLst>
              <a:ext uri="{FF2B5EF4-FFF2-40B4-BE49-F238E27FC236}">
                <a16:creationId xmlns:a16="http://schemas.microsoft.com/office/drawing/2014/main" id="{5584EFC4-1262-4DCE-B5BE-6643429FDF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4500" y="272177"/>
            <a:ext cx="11293914" cy="600744"/>
          </a:xfrm>
          <a:prstGeom prst="rect">
            <a:avLst/>
          </a:prstGeom>
        </p:spPr>
        <p:txBody>
          <a:bodyPr vert="horz" lIns="0" tIns="72000" rIns="0" bIns="0" rtlCol="0" anchor="t">
            <a:noAutofit/>
          </a:bodyPr>
          <a:lstStyle/>
          <a:p>
            <a:r>
              <a:rPr lang="nl-NL" noProof="0" dirty="0"/>
              <a:t>Plaats hier je titel</a:t>
            </a:r>
          </a:p>
        </p:txBody>
      </p:sp>
      <p:sp>
        <p:nvSpPr>
          <p:cNvPr id="3" name="tekst">
            <a:extLst>
              <a:ext uri="{FF2B5EF4-FFF2-40B4-BE49-F238E27FC236}">
                <a16:creationId xmlns:a16="http://schemas.microsoft.com/office/drawing/2014/main" id="{C176942F-F0F8-4066-905E-22E2B72C951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44500" y="1464994"/>
            <a:ext cx="11268000" cy="4469349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nl-NL" noProof="0" dirty="0"/>
              <a:t>JU-LEVEL1=</a:t>
            </a:r>
            <a:r>
              <a:rPr lang="nl-NL" noProof="0" dirty="0" err="1"/>
              <a:t>Bullet</a:t>
            </a:r>
            <a:r>
              <a:rPr lang="nl-NL" noProof="0" dirty="0"/>
              <a:t> oranje</a:t>
            </a:r>
          </a:p>
          <a:p>
            <a:pPr lvl="1"/>
            <a:r>
              <a:rPr lang="nl-NL" noProof="0" dirty="0"/>
              <a:t>JU-LEVEL2=</a:t>
            </a:r>
            <a:r>
              <a:rPr lang="nl-NL" noProof="0" dirty="0" err="1"/>
              <a:t>Bullet</a:t>
            </a:r>
            <a:r>
              <a:rPr lang="nl-NL" noProof="0" dirty="0"/>
              <a:t> rood</a:t>
            </a:r>
          </a:p>
          <a:p>
            <a:pPr lvl="2"/>
            <a:r>
              <a:rPr lang="nl-NL" noProof="0" dirty="0"/>
              <a:t>JU-LEVEL3=</a:t>
            </a:r>
            <a:r>
              <a:rPr lang="nl-NL" noProof="0" dirty="0" err="1"/>
              <a:t>Bullet</a:t>
            </a:r>
            <a:r>
              <a:rPr lang="nl-NL" noProof="0" dirty="0"/>
              <a:t> blauw</a:t>
            </a:r>
          </a:p>
          <a:p>
            <a:pPr lvl="3"/>
            <a:r>
              <a:rPr lang="nl-NL" noProof="0" dirty="0"/>
              <a:t>JU-LEVEL4=</a:t>
            </a:r>
            <a:r>
              <a:rPr lang="nl-NL" noProof="0" dirty="0" err="1"/>
              <a:t>Bullet</a:t>
            </a:r>
            <a:r>
              <a:rPr lang="nl-NL" noProof="0" dirty="0"/>
              <a:t> groen</a:t>
            </a:r>
          </a:p>
          <a:p>
            <a:pPr lvl="4"/>
            <a:r>
              <a:rPr lang="nl-NL" noProof="0" dirty="0"/>
              <a:t>JU-LEVEL5=Leestekst</a:t>
            </a:r>
          </a:p>
          <a:p>
            <a:pPr lvl="5"/>
            <a:r>
              <a:rPr lang="nl-NL" noProof="0" dirty="0"/>
              <a:t>JU-LEVEL6=Subtitel</a:t>
            </a:r>
          </a:p>
          <a:p>
            <a:pPr lvl="6"/>
            <a:r>
              <a:rPr lang="nl-NL" noProof="0" dirty="0"/>
              <a:t>JU-LEVEL7=Sub-</a:t>
            </a:r>
            <a:r>
              <a:rPr lang="nl-NL" noProof="0" dirty="0" err="1"/>
              <a:t>bullet</a:t>
            </a:r>
            <a:endParaRPr lang="nl-NL" noProof="0" dirty="0"/>
          </a:p>
          <a:p>
            <a:pPr lvl="7"/>
            <a:r>
              <a:rPr lang="nl-NL" noProof="0" dirty="0"/>
              <a:t>JU-LEVEL8=Nummers</a:t>
            </a:r>
          </a:p>
          <a:p>
            <a:pPr lvl="8"/>
            <a:r>
              <a:rPr lang="nl-NL" noProof="0" dirty="0"/>
              <a:t>JU-LEVEL9=Sub-nummering</a:t>
            </a:r>
          </a:p>
        </p:txBody>
      </p:sp>
      <p:grpSp>
        <p:nvGrpSpPr>
          <p:cNvPr id="103" name="GRID" hidden="1">
            <a:extLst>
              <a:ext uri="{FF2B5EF4-FFF2-40B4-BE49-F238E27FC236}">
                <a16:creationId xmlns:a16="http://schemas.microsoft.com/office/drawing/2014/main" id="{8474276A-7378-47BC-A88E-F5BABDA49AF6}"/>
              </a:ext>
            </a:extLst>
          </p:cNvPr>
          <p:cNvGrpSpPr/>
          <p:nvPr userDrawn="1"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04" name="Rechthoek 103">
              <a:extLst>
                <a:ext uri="{FF2B5EF4-FFF2-40B4-BE49-F238E27FC236}">
                  <a16:creationId xmlns:a16="http://schemas.microsoft.com/office/drawing/2014/main" id="{F138F63C-9024-48F4-8CD3-A4992A6D91DE}"/>
                </a:ext>
              </a:extLst>
            </p:cNvPr>
            <p:cNvSpPr/>
            <p:nvPr userDrawn="1"/>
          </p:nvSpPr>
          <p:spPr>
            <a:xfrm>
              <a:off x="0" y="0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5" name="Rechthoek 104">
              <a:extLst>
                <a:ext uri="{FF2B5EF4-FFF2-40B4-BE49-F238E27FC236}">
                  <a16:creationId xmlns:a16="http://schemas.microsoft.com/office/drawing/2014/main" id="{0215613B-5C64-45D6-80BB-B963DC8EDE2A}"/>
                </a:ext>
              </a:extLst>
            </p:cNvPr>
            <p:cNvSpPr/>
            <p:nvPr userDrawn="1"/>
          </p:nvSpPr>
          <p:spPr>
            <a:xfrm>
              <a:off x="0" y="6596744"/>
              <a:ext cx="12192000" cy="261256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6" name="Rechthoek 105">
              <a:extLst>
                <a:ext uri="{FF2B5EF4-FFF2-40B4-BE49-F238E27FC236}">
                  <a16:creationId xmlns:a16="http://schemas.microsoft.com/office/drawing/2014/main" id="{72465A97-6C2F-45B6-8024-AF684A3AD5D6}"/>
                </a:ext>
              </a:extLst>
            </p:cNvPr>
            <p:cNvSpPr/>
            <p:nvPr userDrawn="1"/>
          </p:nvSpPr>
          <p:spPr>
            <a:xfrm>
              <a:off x="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7" name="Rechthoek 106">
              <a:extLst>
                <a:ext uri="{FF2B5EF4-FFF2-40B4-BE49-F238E27FC236}">
                  <a16:creationId xmlns:a16="http://schemas.microsoft.com/office/drawing/2014/main" id="{259D72CC-F81D-4F98-A3A5-0BAD485A58A5}"/>
                </a:ext>
              </a:extLst>
            </p:cNvPr>
            <p:cNvSpPr/>
            <p:nvPr userDrawn="1"/>
          </p:nvSpPr>
          <p:spPr>
            <a:xfrm>
              <a:off x="11929200" y="0"/>
              <a:ext cx="2628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8" name="Rechthoek 107">
              <a:extLst>
                <a:ext uri="{FF2B5EF4-FFF2-40B4-BE49-F238E27FC236}">
                  <a16:creationId xmlns:a16="http://schemas.microsoft.com/office/drawing/2014/main" id="{28A2B9C3-3230-440F-8073-1EF9F74C13A6}"/>
                </a:ext>
              </a:extLst>
            </p:cNvPr>
            <p:cNvSpPr/>
            <p:nvPr userDrawn="1"/>
          </p:nvSpPr>
          <p:spPr>
            <a:xfrm>
              <a:off x="0" y="262512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09" name="Rechthoek 108">
              <a:extLst>
                <a:ext uri="{FF2B5EF4-FFF2-40B4-BE49-F238E27FC236}">
                  <a16:creationId xmlns:a16="http://schemas.microsoft.com/office/drawing/2014/main" id="{3C86417D-2D40-44D5-BED5-15D4355710CE}"/>
                </a:ext>
              </a:extLst>
            </p:cNvPr>
            <p:cNvSpPr/>
            <p:nvPr userDrawn="1"/>
          </p:nvSpPr>
          <p:spPr>
            <a:xfrm>
              <a:off x="259064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0" name="Rechthoek 109">
              <a:extLst>
                <a:ext uri="{FF2B5EF4-FFF2-40B4-BE49-F238E27FC236}">
                  <a16:creationId xmlns:a16="http://schemas.microsoft.com/office/drawing/2014/main" id="{ECE60979-D6D1-478E-90C1-26EFC26CC802}"/>
                </a:ext>
              </a:extLst>
            </p:cNvPr>
            <p:cNvSpPr/>
            <p:nvPr userDrawn="1"/>
          </p:nvSpPr>
          <p:spPr>
            <a:xfrm>
              <a:off x="11668087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19" name="Rechthoek 118">
              <a:extLst>
                <a:ext uri="{FF2B5EF4-FFF2-40B4-BE49-F238E27FC236}">
                  <a16:creationId xmlns:a16="http://schemas.microsoft.com/office/drawing/2014/main" id="{3BE90DC0-51B0-4F22-86A2-1384A52355C7}"/>
                </a:ext>
              </a:extLst>
            </p:cNvPr>
            <p:cNvSpPr/>
            <p:nvPr userDrawn="1"/>
          </p:nvSpPr>
          <p:spPr>
            <a:xfrm>
              <a:off x="0" y="6337267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0" name="Rechthoek 119">
              <a:extLst>
                <a:ext uri="{FF2B5EF4-FFF2-40B4-BE49-F238E27FC236}">
                  <a16:creationId xmlns:a16="http://schemas.microsoft.com/office/drawing/2014/main" id="{61069823-AAA4-494E-A2C2-145F92894526}"/>
                </a:ext>
              </a:extLst>
            </p:cNvPr>
            <p:cNvSpPr/>
            <p:nvPr userDrawn="1"/>
          </p:nvSpPr>
          <p:spPr>
            <a:xfrm>
              <a:off x="9491269" y="0"/>
              <a:ext cx="262800" cy="6858000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1" name="Rechthoek 120">
              <a:extLst>
                <a:ext uri="{FF2B5EF4-FFF2-40B4-BE49-F238E27FC236}">
                  <a16:creationId xmlns:a16="http://schemas.microsoft.com/office/drawing/2014/main" id="{D381AF8F-0B24-47CE-8CA3-95221D67D0F6}"/>
                </a:ext>
              </a:extLst>
            </p:cNvPr>
            <p:cNvSpPr/>
            <p:nvPr userDrawn="1"/>
          </p:nvSpPr>
          <p:spPr>
            <a:xfrm>
              <a:off x="0" y="1132976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  <p:sp>
          <p:nvSpPr>
            <p:cNvPr id="122" name="Rechthoek 121">
              <a:extLst>
                <a:ext uri="{FF2B5EF4-FFF2-40B4-BE49-F238E27FC236}">
                  <a16:creationId xmlns:a16="http://schemas.microsoft.com/office/drawing/2014/main" id="{36C3D69B-F065-4A21-8578-E48BFBEA8144}"/>
                </a:ext>
              </a:extLst>
            </p:cNvPr>
            <p:cNvSpPr/>
            <p:nvPr userDrawn="1"/>
          </p:nvSpPr>
          <p:spPr>
            <a:xfrm>
              <a:off x="0" y="5859033"/>
              <a:ext cx="12192000" cy="261256"/>
            </a:xfrm>
            <a:prstGeom prst="rect">
              <a:avLst/>
            </a:prstGeom>
            <a:solidFill>
              <a:schemeClr val="accent1">
                <a:lumMod val="60000"/>
                <a:lumOff val="40000"/>
                <a:alpha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nl-NL"/>
            </a:p>
          </p:txBody>
        </p:sp>
      </p:grpSp>
      <p:grpSp>
        <p:nvGrpSpPr>
          <p:cNvPr id="27" name="KADER" hidden="1">
            <a:extLst>
              <a:ext uri="{FF2B5EF4-FFF2-40B4-BE49-F238E27FC236}">
                <a16:creationId xmlns:a16="http://schemas.microsoft.com/office/drawing/2014/main" id="{E6E7F0C9-3A01-4084-9EFF-E9B01BB674B9}"/>
              </a:ext>
            </a:extLst>
          </p:cNvPr>
          <p:cNvGrpSpPr/>
          <p:nvPr userDrawn="1"/>
        </p:nvGrpSpPr>
        <p:grpSpPr>
          <a:xfrm>
            <a:off x="-355722" y="-212464"/>
            <a:ext cx="12894355" cy="7257527"/>
            <a:chOff x="-355722" y="-212464"/>
            <a:chExt cx="12894355" cy="7257527"/>
          </a:xfrm>
        </p:grpSpPr>
        <p:sp>
          <p:nvSpPr>
            <p:cNvPr id="23" name="Rechthoek 22">
              <a:extLst>
                <a:ext uri="{FF2B5EF4-FFF2-40B4-BE49-F238E27FC236}">
                  <a16:creationId xmlns:a16="http://schemas.microsoft.com/office/drawing/2014/main" id="{EA8EF71D-19CD-4203-9B9C-9F56A2224E5B}"/>
                </a:ext>
              </a:extLst>
            </p:cNvPr>
            <p:cNvSpPr/>
            <p:nvPr userDrawn="1"/>
          </p:nvSpPr>
          <p:spPr>
            <a:xfrm rot="16200000">
              <a:off x="843910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4" name="Rechthoek 23">
              <a:extLst>
                <a:ext uri="{FF2B5EF4-FFF2-40B4-BE49-F238E27FC236}">
                  <a16:creationId xmlns:a16="http://schemas.microsoft.com/office/drawing/2014/main" id="{2EDA6DA0-A430-44EF-88B3-6F36E44BBC17}"/>
                </a:ext>
              </a:extLst>
            </p:cNvPr>
            <p:cNvSpPr/>
            <p:nvPr userDrawn="1"/>
          </p:nvSpPr>
          <p:spPr>
            <a:xfrm rot="16200000">
              <a:off x="-3498895" y="3287562"/>
              <a:ext cx="7257527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5" name="Rechthoek 24">
              <a:extLst>
                <a:ext uri="{FF2B5EF4-FFF2-40B4-BE49-F238E27FC236}">
                  <a16:creationId xmlns:a16="http://schemas.microsoft.com/office/drawing/2014/main" id="{37A82A2E-5716-4F29-AA63-0242AA0E4216}"/>
                </a:ext>
              </a:extLst>
            </p:cNvPr>
            <p:cNvSpPr/>
            <p:nvPr userDrawn="1"/>
          </p:nvSpPr>
          <p:spPr>
            <a:xfrm>
              <a:off x="-355722" y="-5619"/>
              <a:ext cx="12894355" cy="257475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  <p:sp>
          <p:nvSpPr>
            <p:cNvPr id="26" name="Rechthoek 25">
              <a:extLst>
                <a:ext uri="{FF2B5EF4-FFF2-40B4-BE49-F238E27FC236}">
                  <a16:creationId xmlns:a16="http://schemas.microsoft.com/office/drawing/2014/main" id="{BCF563EC-A799-4E63-B987-7B93FFBDF726}"/>
                </a:ext>
              </a:extLst>
            </p:cNvPr>
            <p:cNvSpPr/>
            <p:nvPr userDrawn="1"/>
          </p:nvSpPr>
          <p:spPr>
            <a:xfrm>
              <a:off x="-355722" y="6604685"/>
              <a:ext cx="12894355" cy="257475"/>
            </a:xfrm>
            <a:prstGeom prst="rect">
              <a:avLst/>
            </a:prstGeom>
            <a:solidFill>
              <a:schemeClr val="accent3">
                <a:alpha val="47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nl-NL"/>
            </a:p>
          </p:txBody>
        </p:sp>
      </p:grpSp>
      <p:sp>
        <p:nvSpPr>
          <p:cNvPr id="4" name="datum">
            <a:extLst>
              <a:ext uri="{FF2B5EF4-FFF2-40B4-BE49-F238E27FC236}">
                <a16:creationId xmlns:a16="http://schemas.microsoft.com/office/drawing/2014/main" id="{BA8A27F1-40C7-4ABA-A23D-ABF73FB6F10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645707" y="6376061"/>
            <a:ext cx="3140325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fld id="{A3BC5AFA-D9DA-4B84-B0D7-1918E212144A}" type="datetime1">
              <a:rPr lang="nl-NL" smtClean="0"/>
              <a:t>3-3-2025</a:t>
            </a:fld>
            <a:endParaRPr lang="nl-NL"/>
          </a:p>
        </p:txBody>
      </p:sp>
      <p:sp>
        <p:nvSpPr>
          <p:cNvPr id="5" name="voettekst">
            <a:extLst>
              <a:ext uri="{FF2B5EF4-FFF2-40B4-BE49-F238E27FC236}">
                <a16:creationId xmlns:a16="http://schemas.microsoft.com/office/drawing/2014/main" id="{A8CC3061-3BED-4D38-839F-6419010C85E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926910" y="6376061"/>
            <a:ext cx="6718797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cap="all" baseline="0">
                <a:solidFill>
                  <a:schemeClr val="tx1"/>
                </a:solidFill>
              </a:defRPr>
            </a:lvl1pPr>
          </a:lstStyle>
          <a:p>
            <a:r>
              <a:rPr lang="nl-NL"/>
              <a:t>&lt;Plaats hier je voettekst&gt;</a:t>
            </a:r>
          </a:p>
        </p:txBody>
      </p:sp>
      <p:sp>
        <p:nvSpPr>
          <p:cNvPr id="6" name="nummer">
            <a:extLst>
              <a:ext uri="{FF2B5EF4-FFF2-40B4-BE49-F238E27FC236}">
                <a16:creationId xmlns:a16="http://schemas.microsoft.com/office/drawing/2014/main" id="{94213057-4619-486A-8604-BE7285D397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16362" y="6376061"/>
            <a:ext cx="392576" cy="216909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 algn="l">
              <a:defRPr sz="1200" b="1">
                <a:solidFill>
                  <a:schemeClr val="tx1"/>
                </a:solidFill>
              </a:defRPr>
            </a:lvl1pPr>
          </a:lstStyle>
          <a:p>
            <a:fld id="{0E7476D2-0896-4839-9387-ABF8745D58E4}" type="slidenum">
              <a:rPr lang="nl-NL" smtClean="0"/>
              <a:pPr/>
              <a:t>‹#›</a:t>
            </a:fld>
            <a:endParaRPr lang="nl-NL"/>
          </a:p>
        </p:txBody>
      </p:sp>
      <p:pic>
        <p:nvPicPr>
          <p:cNvPr id="22" name="logoboven">
            <a:extLst>
              <a:ext uri="{FF2B5EF4-FFF2-40B4-BE49-F238E27FC236}">
                <a16:creationId xmlns:a16="http://schemas.microsoft.com/office/drawing/2014/main" id="{CBC6162C-9627-4687-89A5-937B0031F48B}"/>
              </a:ext>
            </a:extLst>
          </p:cNvPr>
          <p:cNvPicPr>
            <a:picLocks noChangeAspect="1"/>
          </p:cNvPicPr>
          <p:nvPr userDrawn="1"/>
        </p:nvPicPr>
        <p:blipFill>
          <a:blip r:embed="rId21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5615266" y="-1395191"/>
            <a:ext cx="952381" cy="4825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041300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  <p:sldLayoutId id="2147483673" r:id="rId12"/>
    <p:sldLayoutId id="2147483674" r:id="rId13"/>
    <p:sldLayoutId id="2147483675" r:id="rId14"/>
    <p:sldLayoutId id="2147483676" r:id="rId15"/>
    <p:sldLayoutId id="2147483677" r:id="rId16"/>
    <p:sldLayoutId id="2147483678" r:id="rId17"/>
  </p:sldLayoutIdLst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hf hdr="0" ftr="0" dt="0"/>
  <p:txStyles>
    <p:titleStyle>
      <a:lvl1pPr algn="l" defTabSz="914400" rtl="0" eaLnBrk="1" latinLnBrk="0" hangingPunct="1">
        <a:lnSpc>
          <a:spcPct val="80000"/>
        </a:lnSpc>
        <a:spcBef>
          <a:spcPct val="0"/>
        </a:spcBef>
        <a:buNone/>
        <a:defRPr sz="3200" b="1" kern="1200" cap="none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Tx/>
        <a:buBlip>
          <a:blip r:embed="rId22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4"/>
        </a:buClr>
        <a:buFontTx/>
        <a:buBlip>
          <a:blip r:embed="rId23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4"/>
        </a:buBlip>
        <a:tabLst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269875" indent="-269875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Tx/>
        <a:buBlip>
          <a:blip r:embed="rId25"/>
        </a:buBlip>
        <a:tabLst/>
        <a:defRPr sz="2000" b="0" kern="1200" cap="none" baseline="0">
          <a:solidFill>
            <a:schemeClr val="tx1"/>
          </a:solidFill>
          <a:latin typeface="+mn-lt"/>
          <a:ea typeface="+mn-ea"/>
          <a:cs typeface="+mn-cs"/>
        </a:defRPr>
      </a:lvl4pPr>
      <a:lvl5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1"/>
        </a:buClr>
        <a:buFont typeface="+mj-lt"/>
        <a:buNone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0" indent="0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None/>
        <a:defRPr sz="2000" b="1" kern="1200">
          <a:solidFill>
            <a:schemeClr val="tx1"/>
          </a:solidFill>
          <a:latin typeface="+mn-lt"/>
          <a:ea typeface="+mn-ea"/>
          <a:cs typeface="+mn-cs"/>
        </a:defRPr>
      </a:lvl6pPr>
      <a:lvl7pPr marL="533400" indent="-271463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ClrTx/>
        <a:buFont typeface="Calibri" panose="020F0502020204030204" pitchFamily="34" charset="0"/>
        <a:buChar char="→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261938" indent="-2619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536575" indent="-274638" algn="l" defTabSz="914400" rtl="0" eaLnBrk="1" latinLnBrk="0" hangingPunct="1">
        <a:lnSpc>
          <a:spcPct val="100000"/>
        </a:lnSpc>
        <a:spcBef>
          <a:spcPts val="600"/>
        </a:spcBef>
        <a:spcAft>
          <a:spcPts val="600"/>
        </a:spcAft>
        <a:buFont typeface="+mj-lt"/>
        <a:buAutoNum type="arabicPeriod"/>
        <a:defRPr sz="2000" kern="1200" cap="none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asparvl/PyTorch_DDP.git" TargetMode="Externa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tutorials/recipes/recipes/tuning_guide.html" TargetMode="Externa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13" Type="http://schemas.microsoft.com/office/2007/relationships/hdphoto" Target="../media/hdphoto4.wdp"/><Relationship Id="rId3" Type="http://schemas.openxmlformats.org/officeDocument/2006/relationships/image" Target="../media/image18.jpeg"/><Relationship Id="rId7" Type="http://schemas.microsoft.com/office/2007/relationships/hdphoto" Target="../media/hdphoto1.wdp"/><Relationship Id="rId12" Type="http://schemas.openxmlformats.org/officeDocument/2006/relationships/image" Target="../media/image24.png"/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1.png"/><Relationship Id="rId11" Type="http://schemas.microsoft.com/office/2007/relationships/hdphoto" Target="../media/hdphoto3.wdp"/><Relationship Id="rId5" Type="http://schemas.openxmlformats.org/officeDocument/2006/relationships/image" Target="../media/image20.jpeg"/><Relationship Id="rId10" Type="http://schemas.openxmlformats.org/officeDocument/2006/relationships/image" Target="../media/image23.png"/><Relationship Id="rId4" Type="http://schemas.openxmlformats.org/officeDocument/2006/relationships/image" Target="../media/image19.jpeg"/><Relationship Id="rId9" Type="http://schemas.microsoft.com/office/2007/relationships/hdphoto" Target="../media/hdphoto2.wdp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jpeg"/><Relationship Id="rId13" Type="http://schemas.microsoft.com/office/2007/relationships/hdphoto" Target="../media/hdphoto2.wdp"/><Relationship Id="rId3" Type="http://schemas.openxmlformats.org/officeDocument/2006/relationships/image" Target="../media/image5.png"/><Relationship Id="rId7" Type="http://schemas.openxmlformats.org/officeDocument/2006/relationships/image" Target="../media/image18.jpeg"/><Relationship Id="rId12" Type="http://schemas.openxmlformats.org/officeDocument/2006/relationships/image" Target="../media/image22.png"/><Relationship Id="rId17" Type="http://schemas.microsoft.com/office/2007/relationships/hdphoto" Target="../media/hdphoto4.wdp"/><Relationship Id="rId2" Type="http://schemas.openxmlformats.org/officeDocument/2006/relationships/image" Target="../media/image4.png"/><Relationship Id="rId16" Type="http://schemas.openxmlformats.org/officeDocument/2006/relationships/image" Target="../media/image2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11" Type="http://schemas.microsoft.com/office/2007/relationships/hdphoto" Target="../media/hdphoto1.wdp"/><Relationship Id="rId5" Type="http://schemas.openxmlformats.org/officeDocument/2006/relationships/image" Target="../media/image7.png"/><Relationship Id="rId15" Type="http://schemas.microsoft.com/office/2007/relationships/hdphoto" Target="../media/hdphoto3.wdp"/><Relationship Id="rId10" Type="http://schemas.openxmlformats.org/officeDocument/2006/relationships/image" Target="../media/image21.png"/><Relationship Id="rId4" Type="http://schemas.openxmlformats.org/officeDocument/2006/relationships/image" Target="../media/image6.png"/><Relationship Id="rId9" Type="http://schemas.openxmlformats.org/officeDocument/2006/relationships/image" Target="../media/image20.jpeg"/><Relationship Id="rId14" Type="http://schemas.openxmlformats.org/officeDocument/2006/relationships/image" Target="../media/image23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13" Type="http://schemas.openxmlformats.org/officeDocument/2006/relationships/image" Target="../media/image30.png"/><Relationship Id="rId3" Type="http://schemas.openxmlformats.org/officeDocument/2006/relationships/image" Target="../media/image5.png"/><Relationship Id="rId7" Type="http://schemas.openxmlformats.org/officeDocument/2006/relationships/image" Target="../media/image17.jpeg"/><Relationship Id="rId12" Type="http://schemas.openxmlformats.org/officeDocument/2006/relationships/image" Target="../media/image29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jpeg"/><Relationship Id="rId11" Type="http://schemas.openxmlformats.org/officeDocument/2006/relationships/image" Target="../media/image28.png"/><Relationship Id="rId5" Type="http://schemas.openxmlformats.org/officeDocument/2006/relationships/image" Target="../media/image7.png"/><Relationship Id="rId10" Type="http://schemas.openxmlformats.org/officeDocument/2006/relationships/image" Target="../media/image27.png"/><Relationship Id="rId4" Type="http://schemas.openxmlformats.org/officeDocument/2006/relationships/image" Target="../media/image6.png"/><Relationship Id="rId9" Type="http://schemas.openxmlformats.org/officeDocument/2006/relationships/image" Target="../media/image26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hyperlink" Target="https://discuss.pytorch.org/t/multiple-node-multiple-worker-allreduce/98869" TargetMode="Externa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docs/stable/distributed.html#backends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hyperlink" Target="http://blog.ezyang.com/2020/09/lets-talk-about-the-pytorch-dispatcher/" TargetMode="Externa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hyperlink" Target="https://medium.com/@casparvanleeuwen/why-efficientnet-is-not-very-computationally-efficient-505fc08087b9" TargetMode="External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tutorials/intermediate/ddp_tutorial.html#comparison-between-dataparallel-and-distributeddataparallel" TargetMode="Externa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tutorials/beginner/ddp_series_multigpu.html" TargetMode="Externa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hyperlink" Target="https://pytorch.org/docs/stable/distributed.html#torch.distributed.init_process_group" TargetMode="External"/><Relationship Id="rId2" Type="http://schemas.openxmlformats.org/officeDocument/2006/relationships/hyperlink" Target="https://pytorch.org/docs/stable/distributed.html#backends" TargetMode="Externa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tutorials/beginner/ddp_series_multigpu.html#constructing-the-process-group" TargetMode="Externa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docs/stable/data.html?highlight=distributedsampler#torch.utils.data.distributed.DistributedSampler" TargetMode="Externa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docs/stable/data.html?highlight=distributedsampler#torch.utils.data.distributed.DistributedSampler" TargetMode="Externa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tutorials/beginner/ddp_series_fault_tolerance.html" TargetMode="Externa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github.com/casparvl/PyTorch_DDP.git" TargetMode="Externa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hyperlink" Target="https://hpc-wiki.info/hpc/Scaling#Strong_Scaling_2" TargetMode="External"/><Relationship Id="rId2" Type="http://schemas.openxmlformats.org/officeDocument/2006/relationships/hyperlink" Target="https://hpc-wiki.info/hpc/Scaling#Strong_Scaling" TargetMode="Externa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hyperlink" Target="https://docs.nvidia.com/deeplearning/nccl/user-guide/docs/env.html#nccl-algo" TargetMode="Externa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hyperlink" Target="https://pytorch.org/docs/stable/elastic/run.html" TargetMode="Externa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hyperlink" Target="https://huggingface.co/spaces/nanotron/ultrascale-playbook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Picture Placeholder 21">
            <a:extLst>
              <a:ext uri="{FF2B5EF4-FFF2-40B4-BE49-F238E27FC236}">
                <a16:creationId xmlns:a16="http://schemas.microsoft.com/office/drawing/2014/main" id="{9F5197FE-496E-D64A-A834-A08133B6E9B9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3" cstate="email">
            <a:alphaModFix amt="5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/>
      </p:pic>
      <p:sp>
        <p:nvSpPr>
          <p:cNvPr id="19" name="Tijdelijke aanduiding voor tekst 18">
            <a:extLst>
              <a:ext uri="{FF2B5EF4-FFF2-40B4-BE49-F238E27FC236}">
                <a16:creationId xmlns:a16="http://schemas.microsoft.com/office/drawing/2014/main" id="{F489F854-1B18-4521-B332-A14A4D8B0442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/>
        <p:txBody>
          <a:bodyPr/>
          <a:lstStyle/>
          <a:p>
            <a:r>
              <a:rPr lang="nl-NL" sz="3200" dirty="0" err="1"/>
              <a:t>PyTorch</a:t>
            </a:r>
            <a:r>
              <a:rPr lang="nl-NL" sz="3200" dirty="0"/>
              <a:t> Distributed data parallel</a:t>
            </a:r>
          </a:p>
        </p:txBody>
      </p:sp>
      <p:sp>
        <p:nvSpPr>
          <p:cNvPr id="10" name="Tijdelijke aanduiding voor tekst 9">
            <a:extLst>
              <a:ext uri="{FF2B5EF4-FFF2-40B4-BE49-F238E27FC236}">
                <a16:creationId xmlns:a16="http://schemas.microsoft.com/office/drawing/2014/main" id="{0E88CE3C-D5D2-4760-B29E-A97C9E422DEF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13091" y="2183753"/>
            <a:ext cx="5131456" cy="974116"/>
          </a:xfrm>
        </p:spPr>
        <p:txBody>
          <a:bodyPr/>
          <a:lstStyle/>
          <a:p>
            <a:r>
              <a:rPr lang="nl-NL" dirty="0"/>
              <a:t>Caspar van Leeuwen</a:t>
            </a:r>
          </a:p>
          <a:p>
            <a:r>
              <a:rPr lang="nl-NL" dirty="0"/>
              <a:t>High Performance Machine Learning Consultant</a:t>
            </a:r>
          </a:p>
          <a:p>
            <a:r>
              <a:rPr lang="nl-NL" dirty="0"/>
              <a:t>SURF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sz="quarter" idx="64"/>
          </p:nvPr>
        </p:nvSpPr>
        <p:spPr/>
        <p:txBody>
          <a:bodyPr/>
          <a:lstStyle/>
          <a:p>
            <a:endParaRPr lang="nl-NL" dirty="0"/>
          </a:p>
        </p:txBody>
      </p:sp>
    </p:spTree>
    <p:extLst>
      <p:ext uri="{BB962C8B-B14F-4D97-AF65-F5344CB8AC3E}">
        <p14:creationId xmlns:p14="http://schemas.microsoft.com/office/powerpoint/2010/main" val="20083948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CD4FA3-BBC6-B5B8-C341-61C3302D8C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2EFCE5-07EF-7807-4732-A9A410CE4E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Material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FF8E323-618B-206C-08B8-4DC38373D16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The </a:t>
            </a:r>
            <a:r>
              <a:rPr lang="nl-NL" dirty="0" err="1"/>
              <a:t>material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session</a:t>
            </a:r>
            <a:r>
              <a:rPr lang="nl-NL" dirty="0"/>
              <a:t> (slides &amp; </a:t>
            </a:r>
            <a:r>
              <a:rPr lang="nl-NL" dirty="0" err="1"/>
              <a:t>exercise</a:t>
            </a:r>
            <a:r>
              <a:rPr lang="nl-NL" dirty="0"/>
              <a:t>)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obtained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GitHub: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git </a:t>
            </a:r>
            <a:r>
              <a:rPr lang="nl-NL" dirty="0" err="1"/>
              <a:t>clone</a:t>
            </a:r>
            <a:r>
              <a:rPr lang="nl-NL" dirty="0"/>
              <a:t> </a:t>
            </a:r>
            <a:r>
              <a:rPr lang="nl-NL" dirty="0">
                <a:hlinkClick r:id="rId2"/>
              </a:rPr>
              <a:t>https://github.com/casparvl/PyTorch_DDP.git</a:t>
            </a:r>
            <a:r>
              <a:rPr lang="nl-NL" dirty="0"/>
              <a:t> </a:t>
            </a:r>
          </a:p>
          <a:p>
            <a:pPr marL="285750" lvl="1" indent="0">
              <a:buNone/>
            </a:pPr>
            <a:endParaRPr lang="nl-NL" dirty="0"/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D39D5C9-5331-8650-FEED-3824FABC700A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EAE2E36-FA28-5A16-AFC6-97E4A70F5D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40077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DB5448-0A1D-628B-DC99-FBC46670A41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C358B6-84F1-9978-66C2-9E43359E17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Goal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35351A-FD1E-69BA-88C2-3F81689419B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Understand…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What</a:t>
            </a:r>
            <a:r>
              <a:rPr lang="nl-NL" dirty="0"/>
              <a:t> data-parallel training </a:t>
            </a:r>
            <a:r>
              <a:rPr lang="nl-NL" i="1" dirty="0"/>
              <a:t>is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PyTorch</a:t>
            </a:r>
            <a:r>
              <a:rPr lang="nl-NL" dirty="0"/>
              <a:t> Distributed Data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(A </a:t>
            </a:r>
            <a:r>
              <a:rPr lang="nl-NL" dirty="0" err="1"/>
              <a:t>little</a:t>
            </a:r>
            <a:r>
              <a:rPr lang="nl-NL" dirty="0"/>
              <a:t> of )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PyTorch</a:t>
            </a:r>
            <a:r>
              <a:rPr lang="nl-NL" dirty="0"/>
              <a:t> DDP does ‘</a:t>
            </a:r>
            <a:r>
              <a:rPr lang="nl-NL" dirty="0" err="1"/>
              <a:t>under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hood</a:t>
            </a:r>
            <a:r>
              <a:rPr lang="nl-NL" dirty="0"/>
              <a:t>’</a:t>
            </a:r>
          </a:p>
          <a:p>
            <a:pPr marL="285750" lvl="1" indent="0">
              <a:buNone/>
            </a:pPr>
            <a:endParaRPr lang="nl-NL" dirty="0"/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597384-F40E-1538-7696-287E21D9890B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3AE039-3187-F4AF-A673-49ADEBF09B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2056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54F03-C8F0-47D1-88E1-B72F9E8826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Parallelization: why?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B491998-3279-40E3-B224-3E75B9A6FD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18CD1C-65FC-4E2B-A4E1-1D5ABDE05D9F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097D20A-BE7E-4A4E-9E45-78BC83638C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6" name="openai-compute-used-in-training-gpt-3-versus-others.png" descr="openai-compute-used-in-training-gpt-3-versus-others.png">
            <a:extLst>
              <a:ext uri="{FF2B5EF4-FFF2-40B4-BE49-F238E27FC236}">
                <a16:creationId xmlns:a16="http://schemas.microsoft.com/office/drawing/2014/main" id="{C8A607FE-46BB-42BD-8A27-F7F28281A78D}"/>
              </a:ext>
            </a:extLst>
          </p:cNvPr>
          <p:cNvPicPr/>
          <p:nvPr/>
        </p:nvPicPr>
        <p:blipFill>
          <a:blip r:embed="rId2"/>
          <a:stretch/>
        </p:blipFill>
        <p:spPr>
          <a:xfrm>
            <a:off x="523806" y="1145097"/>
            <a:ext cx="9385303" cy="5271041"/>
          </a:xfrm>
          <a:prstGeom prst="rect">
            <a:avLst/>
          </a:prstGeom>
          <a:ln w="12600">
            <a:noFill/>
          </a:ln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9411D876-6A4C-4A87-A292-6C5FF61A72F6}"/>
              </a:ext>
            </a:extLst>
          </p:cNvPr>
          <p:cNvCxnSpPr/>
          <p:nvPr/>
        </p:nvCxnSpPr>
        <p:spPr>
          <a:xfrm>
            <a:off x="9497970" y="1334278"/>
            <a:ext cx="0" cy="70912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6BBD25AB-2CA0-47FB-A207-C02EEBAC8C14}"/>
              </a:ext>
            </a:extLst>
          </p:cNvPr>
          <p:cNvSpPr txBox="1"/>
          <p:nvPr/>
        </p:nvSpPr>
        <p:spPr>
          <a:xfrm>
            <a:off x="8450599" y="903946"/>
            <a:ext cx="209474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5 years @ 1 A100 GPU</a:t>
            </a:r>
          </a:p>
        </p:txBody>
      </p:sp>
    </p:spTree>
    <p:extLst>
      <p:ext uri="{BB962C8B-B14F-4D97-AF65-F5344CB8AC3E}">
        <p14:creationId xmlns:p14="http://schemas.microsoft.com/office/powerpoint/2010/main" val="9969455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Parallelization: why?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nl-NL" dirty="0" err="1"/>
              <a:t>Faster</a:t>
            </a:r>
            <a:r>
              <a:rPr lang="nl-NL" dirty="0"/>
              <a:t> </a:t>
            </a:r>
            <a:r>
              <a:rPr lang="nl-NL" dirty="0" err="1"/>
              <a:t>trainings</a:t>
            </a:r>
            <a:r>
              <a:rPr lang="nl-NL" dirty="0"/>
              <a:t> 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Enables</a:t>
            </a:r>
            <a:r>
              <a:rPr lang="nl-NL" dirty="0"/>
              <a:t> </a:t>
            </a:r>
            <a:r>
              <a:rPr lang="nl-NL" dirty="0" err="1"/>
              <a:t>learning</a:t>
            </a:r>
            <a:r>
              <a:rPr lang="nl-NL" dirty="0"/>
              <a:t> on </a:t>
            </a:r>
            <a:r>
              <a:rPr lang="nl-NL" dirty="0" err="1"/>
              <a:t>larger</a:t>
            </a:r>
            <a:r>
              <a:rPr lang="nl-NL" dirty="0"/>
              <a:t> datasets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Enables</a:t>
            </a:r>
            <a:r>
              <a:rPr lang="nl-NL" dirty="0"/>
              <a:t> </a:t>
            </a:r>
            <a:r>
              <a:rPr lang="nl-NL" dirty="0" err="1"/>
              <a:t>improved</a:t>
            </a:r>
            <a:r>
              <a:rPr lang="nl-NL" dirty="0"/>
              <a:t> </a:t>
            </a:r>
            <a:r>
              <a:rPr lang="nl-NL" dirty="0" err="1"/>
              <a:t>accuracy</a:t>
            </a:r>
            <a:r>
              <a:rPr lang="nl-NL" dirty="0"/>
              <a:t> </a:t>
            </a:r>
            <a:r>
              <a:rPr lang="nl-NL" dirty="0" err="1"/>
              <a:t>through</a:t>
            </a:r>
            <a:r>
              <a:rPr lang="nl-NL" dirty="0"/>
              <a:t> </a:t>
            </a:r>
            <a:r>
              <a:rPr lang="nl-NL" dirty="0" err="1"/>
              <a:t>better</a:t>
            </a:r>
            <a:r>
              <a:rPr lang="nl-NL" dirty="0"/>
              <a:t> </a:t>
            </a:r>
            <a:r>
              <a:rPr lang="nl-NL" dirty="0" err="1"/>
              <a:t>hyperparemeter</a:t>
            </a:r>
            <a:r>
              <a:rPr lang="nl-NL" dirty="0"/>
              <a:t> </a:t>
            </a:r>
            <a:r>
              <a:rPr lang="nl-NL" dirty="0" err="1"/>
              <a:t>tuning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Enables</a:t>
            </a:r>
            <a:r>
              <a:rPr lang="nl-NL" dirty="0"/>
              <a:t> </a:t>
            </a:r>
            <a:r>
              <a:rPr lang="nl-NL" dirty="0" err="1"/>
              <a:t>larger</a:t>
            </a:r>
            <a:r>
              <a:rPr lang="nl-NL" dirty="0"/>
              <a:t>, more complex </a:t>
            </a:r>
            <a:r>
              <a:rPr lang="nl-NL" dirty="0" err="1"/>
              <a:t>models</a:t>
            </a:r>
            <a:endParaRPr lang="nl-NL" dirty="0"/>
          </a:p>
          <a:p>
            <a:pPr marL="285750" lvl="1" indent="0">
              <a:buNone/>
            </a:pPr>
            <a:endParaRPr lang="nl-NL" dirty="0"/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47045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0D524F-59F4-5731-564E-75BD2D699F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E2965-8310-07BE-E705-EF4C55726E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But </a:t>
            </a:r>
            <a:r>
              <a:rPr lang="nl-NL" dirty="0" err="1"/>
              <a:t>before</a:t>
            </a:r>
            <a:r>
              <a:rPr lang="nl-NL" dirty="0"/>
              <a:t> we go parallel…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EF430CE-ED4D-2E95-F909-32803F185ED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nl-NL" dirty="0" err="1"/>
              <a:t>Optimize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serial</a:t>
            </a:r>
            <a:r>
              <a:rPr lang="nl-NL" dirty="0"/>
              <a:t> code!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Make </a:t>
            </a:r>
            <a:r>
              <a:rPr lang="nl-NL" dirty="0" err="1"/>
              <a:t>sure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 err="1"/>
              <a:t>exploit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hardware features of </a:t>
            </a:r>
            <a:r>
              <a:rPr lang="nl-NL" dirty="0" err="1"/>
              <a:t>your</a:t>
            </a:r>
            <a:r>
              <a:rPr lang="nl-NL" dirty="0"/>
              <a:t> GPU (e.g. </a:t>
            </a:r>
            <a:r>
              <a:rPr lang="nl-NL" dirty="0" err="1"/>
              <a:t>reduced</a:t>
            </a:r>
            <a:r>
              <a:rPr lang="nl-NL" dirty="0"/>
              <a:t> </a:t>
            </a:r>
            <a:r>
              <a:rPr lang="nl-NL" dirty="0" err="1"/>
              <a:t>precision</a:t>
            </a:r>
            <a:r>
              <a:rPr lang="nl-NL" dirty="0"/>
              <a:t>, tensor </a:t>
            </a:r>
            <a:r>
              <a:rPr lang="nl-NL" dirty="0" err="1"/>
              <a:t>cores</a:t>
            </a:r>
            <a:r>
              <a:rPr lang="nl-NL" dirty="0"/>
              <a:t>, </a:t>
            </a:r>
            <a:r>
              <a:rPr lang="nl-NL" dirty="0" err="1"/>
              <a:t>etc</a:t>
            </a:r>
            <a:r>
              <a:rPr lang="nl-NL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Compile</a:t>
            </a:r>
            <a:r>
              <a:rPr lang="nl-NL" dirty="0"/>
              <a:t> </a:t>
            </a:r>
            <a:r>
              <a:rPr lang="nl-NL" dirty="0" err="1"/>
              <a:t>your</a:t>
            </a:r>
            <a:r>
              <a:rPr lang="nl-NL" dirty="0"/>
              <a:t> </a:t>
            </a:r>
            <a:r>
              <a:rPr lang="nl-NL" dirty="0" err="1"/>
              <a:t>models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</a:t>
            </a:r>
            <a:r>
              <a:rPr lang="nl-NL" dirty="0" err="1"/>
              <a:t>torch.compile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Avoid</a:t>
            </a:r>
            <a:r>
              <a:rPr lang="nl-NL" dirty="0"/>
              <a:t> </a:t>
            </a:r>
            <a:r>
              <a:rPr lang="nl-NL" dirty="0" err="1"/>
              <a:t>unnecessary</a:t>
            </a:r>
            <a:r>
              <a:rPr lang="nl-NL" dirty="0"/>
              <a:t> CPU-GPU transfers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Profile </a:t>
            </a:r>
            <a:r>
              <a:rPr lang="nl-NL" dirty="0" err="1"/>
              <a:t>your</a:t>
            </a:r>
            <a:r>
              <a:rPr lang="nl-NL" dirty="0"/>
              <a:t> code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identify</a:t>
            </a:r>
            <a:r>
              <a:rPr lang="nl-NL" dirty="0"/>
              <a:t> bottlenecks (e.g. I/O)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Check out </a:t>
            </a:r>
            <a:r>
              <a:rPr lang="nl-NL" dirty="0">
                <a:hlinkClick r:id="rId2"/>
              </a:rPr>
              <a:t>https://pytorch.org/tutorials/recipes/recipes/tuning_guide.html</a:t>
            </a:r>
            <a:r>
              <a:rPr lang="nl-NL" dirty="0"/>
              <a:t> </a:t>
            </a:r>
          </a:p>
          <a:p>
            <a:pPr marL="285750" lvl="1" indent="0">
              <a:buNone/>
            </a:pPr>
            <a:endParaRPr lang="nl-NL" dirty="0"/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3E2D758-750F-6331-E997-86E1EB15ACAF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2275987-08B5-19AD-E875-911C923083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470123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Isosceles Triangle 213">
            <a:extLst>
              <a:ext uri="{FF2B5EF4-FFF2-40B4-BE49-F238E27FC236}">
                <a16:creationId xmlns:a16="http://schemas.microsoft.com/office/drawing/2014/main" id="{60646051-B76A-579E-89C3-26F13539F7A9}"/>
              </a:ext>
            </a:extLst>
          </p:cNvPr>
          <p:cNvSpPr/>
          <p:nvPr/>
        </p:nvSpPr>
        <p:spPr>
          <a:xfrm>
            <a:off x="2523587" y="1827862"/>
            <a:ext cx="4970463" cy="3936696"/>
          </a:xfrm>
          <a:prstGeom prst="triangle">
            <a:avLst>
              <a:gd name="adj" fmla="val 0"/>
            </a:avLst>
          </a:prstGeom>
          <a:solidFill>
            <a:schemeClr val="accent3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972072-E4A7-4A2B-A779-BF9F4E8EDA5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Parallelization: when?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DE0EA02-C016-4211-B2D5-E4C2110D0FD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BC3CDA-7BD3-4BF8-9385-351DC2BEFB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7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06" name="Straight Arrow Connector 205">
            <a:extLst>
              <a:ext uri="{FF2B5EF4-FFF2-40B4-BE49-F238E27FC236}">
                <a16:creationId xmlns:a16="http://schemas.microsoft.com/office/drawing/2014/main" id="{46B820FB-8170-74F9-3A15-10947D3589BE}"/>
              </a:ext>
            </a:extLst>
          </p:cNvPr>
          <p:cNvCxnSpPr>
            <a:cxnSpLocks/>
          </p:cNvCxnSpPr>
          <p:nvPr/>
        </p:nvCxnSpPr>
        <p:spPr>
          <a:xfrm>
            <a:off x="2523588" y="5767850"/>
            <a:ext cx="5632482" cy="11164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0" name="TextBox 209">
            <a:extLst>
              <a:ext uri="{FF2B5EF4-FFF2-40B4-BE49-F238E27FC236}">
                <a16:creationId xmlns:a16="http://schemas.microsoft.com/office/drawing/2014/main" id="{0B8D4FE6-F80D-DDB1-249B-AC0679D0C8A8}"/>
              </a:ext>
            </a:extLst>
          </p:cNvPr>
          <p:cNvSpPr txBox="1"/>
          <p:nvPr/>
        </p:nvSpPr>
        <p:spPr>
          <a:xfrm>
            <a:off x="4505667" y="5893333"/>
            <a:ext cx="100630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dirty="0"/>
              <a:t>Model size</a:t>
            </a:r>
            <a:endParaRPr lang="en-NL" dirty="0" err="1"/>
          </a:p>
        </p:txBody>
      </p:sp>
      <p:sp>
        <p:nvSpPr>
          <p:cNvPr id="211" name="TextBox 210">
            <a:extLst>
              <a:ext uri="{FF2B5EF4-FFF2-40B4-BE49-F238E27FC236}">
                <a16:creationId xmlns:a16="http://schemas.microsoft.com/office/drawing/2014/main" id="{FC8DD995-0090-8C87-9E94-EC1E390E6F7B}"/>
              </a:ext>
            </a:extLst>
          </p:cNvPr>
          <p:cNvSpPr txBox="1"/>
          <p:nvPr/>
        </p:nvSpPr>
        <p:spPr>
          <a:xfrm rot="16200000">
            <a:off x="1714471" y="3535264"/>
            <a:ext cx="89729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dirty="0"/>
              <a:t>Input size</a:t>
            </a:r>
            <a:endParaRPr lang="en-NL" dirty="0" err="1"/>
          </a:p>
        </p:txBody>
      </p:sp>
      <p:sp>
        <p:nvSpPr>
          <p:cNvPr id="212" name="Isosceles Triangle 211">
            <a:extLst>
              <a:ext uri="{FF2B5EF4-FFF2-40B4-BE49-F238E27FC236}">
                <a16:creationId xmlns:a16="http://schemas.microsoft.com/office/drawing/2014/main" id="{FA5ED07B-79E4-F1B7-48AA-653BC47EC59E}"/>
              </a:ext>
            </a:extLst>
          </p:cNvPr>
          <p:cNvSpPr/>
          <p:nvPr/>
        </p:nvSpPr>
        <p:spPr>
          <a:xfrm>
            <a:off x="2544799" y="3923202"/>
            <a:ext cx="2307220" cy="1841356"/>
          </a:xfrm>
          <a:prstGeom prst="triangle">
            <a:avLst>
              <a:gd name="adj" fmla="val 0"/>
            </a:avLst>
          </a:prstGeom>
          <a:solidFill>
            <a:schemeClr val="accent1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cxnSp>
        <p:nvCxnSpPr>
          <p:cNvPr id="207" name="Straight Arrow Connector 206">
            <a:extLst>
              <a:ext uri="{FF2B5EF4-FFF2-40B4-BE49-F238E27FC236}">
                <a16:creationId xmlns:a16="http://schemas.microsoft.com/office/drawing/2014/main" id="{2F8576C4-7242-A40C-6520-2E047B90AEEA}"/>
              </a:ext>
            </a:extLst>
          </p:cNvPr>
          <p:cNvCxnSpPr>
            <a:cxnSpLocks/>
          </p:cNvCxnSpPr>
          <p:nvPr/>
        </p:nvCxnSpPr>
        <p:spPr>
          <a:xfrm flipV="1">
            <a:off x="2523588" y="1560587"/>
            <a:ext cx="23372" cy="4226355"/>
          </a:xfrm>
          <a:prstGeom prst="straightConnector1">
            <a:avLst/>
          </a:prstGeom>
          <a:ln w="317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7" name="TextBox 216">
            <a:extLst>
              <a:ext uri="{FF2B5EF4-FFF2-40B4-BE49-F238E27FC236}">
                <a16:creationId xmlns:a16="http://schemas.microsoft.com/office/drawing/2014/main" id="{5AE26FF8-D306-3998-E2B2-49EDD28C2113}"/>
              </a:ext>
            </a:extLst>
          </p:cNvPr>
          <p:cNvSpPr txBox="1"/>
          <p:nvPr/>
        </p:nvSpPr>
        <p:spPr>
          <a:xfrm>
            <a:off x="2667000" y="5076825"/>
            <a:ext cx="11333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cap="all" dirty="0"/>
              <a:t>Single GPU</a:t>
            </a:r>
            <a:endParaRPr lang="en-NL" cap="all" dirty="0" err="1"/>
          </a:p>
        </p:txBody>
      </p:sp>
      <p:sp>
        <p:nvSpPr>
          <p:cNvPr id="218" name="TextBox 217">
            <a:extLst>
              <a:ext uri="{FF2B5EF4-FFF2-40B4-BE49-F238E27FC236}">
                <a16:creationId xmlns:a16="http://schemas.microsoft.com/office/drawing/2014/main" id="{24F0BECF-6885-0385-47EA-B0F61BAC0802}"/>
              </a:ext>
            </a:extLst>
          </p:cNvPr>
          <p:cNvSpPr txBox="1"/>
          <p:nvPr/>
        </p:nvSpPr>
        <p:spPr>
          <a:xfrm>
            <a:off x="3698409" y="4322355"/>
            <a:ext cx="149470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cap="all" dirty="0"/>
              <a:t>Multiple GPUs</a:t>
            </a:r>
            <a:endParaRPr lang="en-NL" cap="all" dirty="0" err="1"/>
          </a:p>
        </p:txBody>
      </p:sp>
      <p:sp>
        <p:nvSpPr>
          <p:cNvPr id="219" name="TextBox 218">
            <a:extLst>
              <a:ext uri="{FF2B5EF4-FFF2-40B4-BE49-F238E27FC236}">
                <a16:creationId xmlns:a16="http://schemas.microsoft.com/office/drawing/2014/main" id="{7B7FBCD5-7F88-4841-34C8-D241B2577BD4}"/>
              </a:ext>
            </a:extLst>
          </p:cNvPr>
          <p:cNvSpPr txBox="1"/>
          <p:nvPr/>
        </p:nvSpPr>
        <p:spPr>
          <a:xfrm>
            <a:off x="4833053" y="2904887"/>
            <a:ext cx="294619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algn="l"/>
            <a:r>
              <a:rPr lang="en-US" cap="all" dirty="0"/>
              <a:t>Computationally infeasible</a:t>
            </a:r>
            <a:endParaRPr lang="en-NL" cap="all" dirty="0" err="1"/>
          </a:p>
        </p:txBody>
      </p:sp>
    </p:spTree>
    <p:extLst>
      <p:ext uri="{BB962C8B-B14F-4D97-AF65-F5344CB8AC3E}">
        <p14:creationId xmlns:p14="http://schemas.microsoft.com/office/powerpoint/2010/main" val="7324020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Parallelization</a:t>
            </a:r>
            <a:r>
              <a:rPr lang="nl-NL" dirty="0"/>
              <a:t>: </a:t>
            </a:r>
            <a:r>
              <a:rPr lang="nl-NL" dirty="0" err="1"/>
              <a:t>the</a:t>
            </a:r>
            <a:r>
              <a:rPr lang="nl-NL" dirty="0"/>
              <a:t> basics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nl-NL" dirty="0" err="1"/>
              <a:t>What</a:t>
            </a:r>
            <a:r>
              <a:rPr lang="nl-NL" dirty="0"/>
              <a:t> is parallel computing?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Multiple processors or computers working on a single computational problem</a:t>
            </a:r>
            <a:endParaRPr lang="nl-NL" dirty="0"/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8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329267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Parallelization</a:t>
            </a:r>
            <a:r>
              <a:rPr lang="nl-NL" dirty="0"/>
              <a:t>: </a:t>
            </a:r>
            <a:r>
              <a:rPr lang="nl-NL" dirty="0" err="1"/>
              <a:t>the</a:t>
            </a:r>
            <a:r>
              <a:rPr lang="nl-NL" dirty="0"/>
              <a:t> basics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Serial computing</a:t>
            </a:r>
            <a:endParaRPr lang="nl-NL" dirty="0"/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9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407160" y="3729837"/>
            <a:ext cx="1448398" cy="621579"/>
          </a:xfrm>
          <a:prstGeom prst="rect">
            <a:avLst/>
          </a:prstGeom>
          <a:solidFill>
            <a:srgbClr val="AEDB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Processor</a:t>
            </a:r>
          </a:p>
        </p:txBody>
      </p:sp>
      <p:cxnSp>
        <p:nvCxnSpPr>
          <p:cNvPr id="9" name="Straight Arrow Connector 8"/>
          <p:cNvCxnSpPr/>
          <p:nvPr/>
        </p:nvCxnSpPr>
        <p:spPr>
          <a:xfrm>
            <a:off x="3524040" y="4099290"/>
            <a:ext cx="13858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3558216" y="3621447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Apply filter()</a:t>
            </a:r>
          </a:p>
        </p:txBody>
      </p:sp>
      <p:cxnSp>
        <p:nvCxnSpPr>
          <p:cNvPr id="11" name="Straight Arrow Connector 10"/>
          <p:cNvCxnSpPr/>
          <p:nvPr/>
        </p:nvCxnSpPr>
        <p:spPr>
          <a:xfrm>
            <a:off x="7088728" y="4083827"/>
            <a:ext cx="518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2" name="Picture 2" descr="Afbeeldingsresultaat voor cats and dogs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00820" y="5212821"/>
            <a:ext cx="1320391" cy="8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4" descr="Afbeeldingsresultaat voor cats and dogs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00820" y="4279347"/>
            <a:ext cx="1268818" cy="8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6" descr="Afbeeldingsresultaat voor cats and dogs"/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700820" y="3301767"/>
            <a:ext cx="1210406" cy="90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10" descr="Afbeeldingsresultaat voor cats and dogs"/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015"/>
          <a:stretch/>
        </p:blipFill>
        <p:spPr bwMode="auto">
          <a:xfrm>
            <a:off x="1700820" y="2334881"/>
            <a:ext cx="1366760" cy="89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2" descr="Afbeeldingsresultaat voor cats and dog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81651" y="2261658"/>
            <a:ext cx="1320391" cy="8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4" descr="Afbeeldingsresultaat voor cats and dog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81651" y="3189410"/>
            <a:ext cx="1268818" cy="8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6" descr="Afbeeldingsresultaat voor cats and dogs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81651" y="4132054"/>
            <a:ext cx="1210406" cy="90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0" descr="Afbeeldingsresultaat voor cats and dogs"/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6015"/>
          <a:stretch/>
        </p:blipFill>
        <p:spPr bwMode="auto">
          <a:xfrm>
            <a:off x="7781651" y="5145324"/>
            <a:ext cx="1366760" cy="89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TextBox 19"/>
          <p:cNvSpPr txBox="1"/>
          <p:nvPr/>
        </p:nvSpPr>
        <p:spPr>
          <a:xfrm>
            <a:off x="2029182" y="1863105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88109" y="1863105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</a:t>
            </a:r>
          </a:p>
        </p:txBody>
      </p:sp>
    </p:spTree>
    <p:extLst>
      <p:ext uri="{BB962C8B-B14F-4D97-AF65-F5344CB8AC3E}">
        <p14:creationId xmlns:p14="http://schemas.microsoft.com/office/powerpoint/2010/main" val="25918214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Parallelization</a:t>
            </a:r>
            <a:r>
              <a:rPr lang="nl-NL" dirty="0"/>
              <a:t>: </a:t>
            </a:r>
            <a:r>
              <a:rPr lang="nl-NL" dirty="0" err="1"/>
              <a:t>the</a:t>
            </a:r>
            <a:r>
              <a:rPr lang="nl-NL" dirty="0"/>
              <a:t> basics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Parallel computing</a:t>
            </a:r>
            <a:endParaRPr lang="nl-NL" dirty="0"/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10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287336" y="1558799"/>
            <a:ext cx="2292902" cy="564851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Blip>
                <a:blip r:embed="rId2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Tx/>
              <a:buBlip>
                <a:blip r:embed="rId3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4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5"/>
              </a:buBlip>
              <a:tabLst/>
              <a:defRPr sz="20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3400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Font typeface="Calibri" panose="020F0502020204030204" pitchFamily="34" charset="0"/>
              <a:buChar char="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938" indent="-2619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6575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Tx/>
              <a:buBlip>
                <a:blip r:embed="rId2"/>
              </a:buBlip>
              <a:tabLst/>
              <a:defRPr/>
            </a:pPr>
            <a:endParaRPr kumimoji="0" lang="en-US" altLang="nl-NL" sz="19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 typeface="Arial" charset="0"/>
              <a:buNone/>
              <a:tabLst/>
              <a:defRPr/>
            </a:pPr>
            <a:endParaRPr kumimoji="0" lang="en-US" altLang="nl-NL" sz="20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 typeface="Arial" charset="0"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4" name="Rectangle 23"/>
          <p:cNvSpPr/>
          <p:nvPr/>
        </p:nvSpPr>
        <p:spPr>
          <a:xfrm>
            <a:off x="5387240" y="3355986"/>
            <a:ext cx="1448398" cy="621579"/>
          </a:xfrm>
          <a:prstGeom prst="rect">
            <a:avLst/>
          </a:prstGeom>
          <a:solidFill>
            <a:srgbClr val="AEDB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Processor</a:t>
            </a:r>
          </a:p>
        </p:txBody>
      </p:sp>
      <p:cxnSp>
        <p:nvCxnSpPr>
          <p:cNvPr id="25" name="Straight Arrow Connector 24"/>
          <p:cNvCxnSpPr/>
          <p:nvPr/>
        </p:nvCxnSpPr>
        <p:spPr>
          <a:xfrm>
            <a:off x="3504120" y="3725439"/>
            <a:ext cx="13858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>
            <a:off x="3538296" y="3247596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Apply filter()</a:t>
            </a:r>
          </a:p>
        </p:txBody>
      </p:sp>
      <p:cxnSp>
        <p:nvCxnSpPr>
          <p:cNvPr id="27" name="Straight Arrow Connector 26"/>
          <p:cNvCxnSpPr/>
          <p:nvPr/>
        </p:nvCxnSpPr>
        <p:spPr>
          <a:xfrm>
            <a:off x="7068808" y="3709976"/>
            <a:ext cx="518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8" name="Picture 2" descr="Afbeeldingsresultaat voor cats and dogs"/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0900" y="5252725"/>
            <a:ext cx="1320391" cy="8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9" name="Picture 4" descr="Afbeeldingsresultaat voor cats and dogs"/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0900" y="4319251"/>
            <a:ext cx="1268818" cy="8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0" name="Picture 6" descr="Afbeeldingsresultaat voor cats and dogs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1680900" y="3341671"/>
            <a:ext cx="1210406" cy="90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0" descr="Afbeeldingsresultaat voor cats and dogs"/>
          <p:cNvPicPr>
            <a:picLocks noChangeAspect="1" noChangeArrowheads="1"/>
          </p:cNvPicPr>
          <p:nvPr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6015"/>
          <a:stretch/>
        </p:blipFill>
        <p:spPr bwMode="auto">
          <a:xfrm>
            <a:off x="1680900" y="2374785"/>
            <a:ext cx="1366760" cy="89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2" name="Picture 2" descr="Afbeeldingsresultaat voor cats and dogs"/>
          <p:cNvPicPr>
            <a:picLocks noChangeAspect="1" noChangeArrowheads="1"/>
          </p:cNvPicPr>
          <p:nvPr/>
        </p:nvPicPr>
        <p:blipFill>
          <a:blip r:embed="rId10" cstate="print">
            <a:extLst>
              <a:ext uri="{BEBA8EAE-BF5A-486C-A8C5-ECC9F3942E4B}">
                <a14:imgProps xmlns:a14="http://schemas.microsoft.com/office/drawing/2010/main">
                  <a14:imgLayer r:embed="rId11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61731" y="2301562"/>
            <a:ext cx="1320391" cy="8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3" name="Picture 4" descr="Afbeeldingsresultaat voor cats and dogs"/>
          <p:cNvPicPr>
            <a:picLocks noChangeAspect="1" noChangeArrowheads="1"/>
          </p:cNvPicPr>
          <p:nvPr/>
        </p:nvPicPr>
        <p:blipFill>
          <a:blip r:embed="rId12" cstate="print">
            <a:extLst>
              <a:ext uri="{BEBA8EAE-BF5A-486C-A8C5-ECC9F3942E4B}">
                <a14:imgProps xmlns:a14="http://schemas.microsoft.com/office/drawing/2010/main">
                  <a14:imgLayer r:embed="rId13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61731" y="3229314"/>
            <a:ext cx="1268818" cy="8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4" name="Picture 6" descr="Afbeeldingsresultaat voor cats and dogs"/>
          <p:cNvPicPr>
            <a:picLocks noChangeAspect="1" noChangeArrowheads="1"/>
          </p:cNvPicPr>
          <p:nvPr/>
        </p:nvPicPr>
        <p:blipFill>
          <a:blip r:embed="rId14" cstate="print">
            <a:extLst>
              <a:ext uri="{BEBA8EAE-BF5A-486C-A8C5-ECC9F3942E4B}">
                <a14:imgProps xmlns:a14="http://schemas.microsoft.com/office/drawing/2010/main">
                  <a14:imgLayer r:embed="rId15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761731" y="4171958"/>
            <a:ext cx="1210406" cy="9078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5" name="Picture 10" descr="Afbeeldingsresultaat voor cats and dogs"/>
          <p:cNvPicPr>
            <a:picLocks noChangeAspect="1" noChangeArrowheads="1"/>
          </p:cNvPicPr>
          <p:nvPr/>
        </p:nvPicPr>
        <p:blipFill rotWithShape="1">
          <a:blip r:embed="rId16">
            <a:extLst>
              <a:ext uri="{BEBA8EAE-BF5A-486C-A8C5-ECC9F3942E4B}">
                <a14:imgProps xmlns:a14="http://schemas.microsoft.com/office/drawing/2010/main">
                  <a14:imgLayer r:embed="rId17">
                    <a14:imgEffect>
                      <a14:artisticWatercolorSponge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/>
              </a:ext>
            </a:extLst>
          </a:blip>
          <a:srcRect l="6015"/>
          <a:stretch/>
        </p:blipFill>
        <p:spPr bwMode="auto">
          <a:xfrm>
            <a:off x="7761731" y="5185228"/>
            <a:ext cx="1366760" cy="89274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6" name="TextBox 35"/>
          <p:cNvSpPr txBox="1"/>
          <p:nvPr/>
        </p:nvSpPr>
        <p:spPr>
          <a:xfrm>
            <a:off x="2009262" y="1903009"/>
            <a:ext cx="6719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Data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68189" y="1903009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Output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387240" y="2409952"/>
            <a:ext cx="1448398" cy="621579"/>
          </a:xfrm>
          <a:prstGeom prst="rect">
            <a:avLst/>
          </a:prstGeom>
          <a:solidFill>
            <a:srgbClr val="AEDB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Processor</a:t>
            </a:r>
          </a:p>
        </p:txBody>
      </p:sp>
      <p:cxnSp>
        <p:nvCxnSpPr>
          <p:cNvPr id="39" name="Straight Arrow Connector 38"/>
          <p:cNvCxnSpPr/>
          <p:nvPr/>
        </p:nvCxnSpPr>
        <p:spPr>
          <a:xfrm>
            <a:off x="3504120" y="2779405"/>
            <a:ext cx="13858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TextBox 39"/>
          <p:cNvSpPr txBox="1"/>
          <p:nvPr/>
        </p:nvSpPr>
        <p:spPr>
          <a:xfrm>
            <a:off x="3538296" y="2301562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Apply filter()</a:t>
            </a:r>
          </a:p>
        </p:txBody>
      </p:sp>
      <p:cxnSp>
        <p:nvCxnSpPr>
          <p:cNvPr id="41" name="Straight Arrow Connector 40"/>
          <p:cNvCxnSpPr/>
          <p:nvPr/>
        </p:nvCxnSpPr>
        <p:spPr>
          <a:xfrm>
            <a:off x="7068808" y="2763942"/>
            <a:ext cx="518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Rectangle 41"/>
          <p:cNvSpPr/>
          <p:nvPr/>
        </p:nvSpPr>
        <p:spPr>
          <a:xfrm>
            <a:off x="5387240" y="4319251"/>
            <a:ext cx="1448398" cy="621579"/>
          </a:xfrm>
          <a:prstGeom prst="rect">
            <a:avLst/>
          </a:prstGeom>
          <a:solidFill>
            <a:srgbClr val="AEDB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Processor</a:t>
            </a:r>
          </a:p>
        </p:txBody>
      </p:sp>
      <p:cxnSp>
        <p:nvCxnSpPr>
          <p:cNvPr id="43" name="Straight Arrow Connector 42"/>
          <p:cNvCxnSpPr/>
          <p:nvPr/>
        </p:nvCxnSpPr>
        <p:spPr>
          <a:xfrm>
            <a:off x="3504120" y="4688704"/>
            <a:ext cx="13858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/>
          <p:cNvSpPr txBox="1"/>
          <p:nvPr/>
        </p:nvSpPr>
        <p:spPr>
          <a:xfrm>
            <a:off x="3538296" y="4210861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Apply filter()</a:t>
            </a:r>
          </a:p>
        </p:txBody>
      </p:sp>
      <p:cxnSp>
        <p:nvCxnSpPr>
          <p:cNvPr id="45" name="Straight Arrow Connector 44"/>
          <p:cNvCxnSpPr/>
          <p:nvPr/>
        </p:nvCxnSpPr>
        <p:spPr>
          <a:xfrm>
            <a:off x="7068808" y="4673241"/>
            <a:ext cx="518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Rectangle 45"/>
          <p:cNvSpPr/>
          <p:nvPr/>
        </p:nvSpPr>
        <p:spPr>
          <a:xfrm>
            <a:off x="5387240" y="5286796"/>
            <a:ext cx="1448398" cy="621579"/>
          </a:xfrm>
          <a:prstGeom prst="rect">
            <a:avLst/>
          </a:prstGeom>
          <a:solidFill>
            <a:srgbClr val="AEDBC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Processor</a:t>
            </a:r>
          </a:p>
        </p:txBody>
      </p:sp>
      <p:cxnSp>
        <p:nvCxnSpPr>
          <p:cNvPr id="47" name="Straight Arrow Connector 46"/>
          <p:cNvCxnSpPr/>
          <p:nvPr/>
        </p:nvCxnSpPr>
        <p:spPr>
          <a:xfrm>
            <a:off x="3504120" y="5656249"/>
            <a:ext cx="138582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TextBox 47"/>
          <p:cNvSpPr txBox="1"/>
          <p:nvPr/>
        </p:nvSpPr>
        <p:spPr>
          <a:xfrm>
            <a:off x="3538296" y="5178406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Apply filter()</a:t>
            </a:r>
          </a:p>
        </p:txBody>
      </p:sp>
      <p:cxnSp>
        <p:nvCxnSpPr>
          <p:cNvPr id="49" name="Straight Arrow Connector 48"/>
          <p:cNvCxnSpPr/>
          <p:nvPr/>
        </p:nvCxnSpPr>
        <p:spPr>
          <a:xfrm>
            <a:off x="7068808" y="5640786"/>
            <a:ext cx="51842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1503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Parallelization</a:t>
            </a:r>
            <a:r>
              <a:rPr lang="nl-NL" dirty="0"/>
              <a:t>: </a:t>
            </a:r>
            <a:r>
              <a:rPr lang="nl-NL" dirty="0" err="1"/>
              <a:t>the</a:t>
            </a:r>
            <a:r>
              <a:rPr lang="nl-NL" dirty="0"/>
              <a:t> basics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514140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Benefits: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Solve computationally intensive problems (speedup)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Solve problems that don’t fit a single memory (multiple computers)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Requirements: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Problem should be divisible in smaller tasks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Considerations for problem decomposition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can I limit the need for communication? (smaller overhead = bigger speedup)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does my partitioning affect memory consumption?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How does partitioning affect my algorithm, e.g. convergence behavior?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11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3"/>
          <p:cNvSpPr txBox="1">
            <a:spLocks noChangeArrowheads="1"/>
          </p:cNvSpPr>
          <p:nvPr/>
        </p:nvSpPr>
        <p:spPr>
          <a:xfrm>
            <a:off x="287336" y="1558799"/>
            <a:ext cx="2292902" cy="564851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Blip>
                <a:blip r:embed="rId2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Tx/>
              <a:buBlip>
                <a:blip r:embed="rId3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4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5"/>
              </a:buBlip>
              <a:tabLst/>
              <a:defRPr sz="20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3400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Font typeface="Calibri" panose="020F0502020204030204" pitchFamily="34" charset="0"/>
              <a:buChar char="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938" indent="-2619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6575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Tx/>
              <a:buBlip>
                <a:blip r:embed="rId2"/>
              </a:buBlip>
              <a:tabLst/>
              <a:defRPr/>
            </a:pPr>
            <a:endParaRPr kumimoji="0" lang="en-US" altLang="nl-NL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 typeface="Arial" charset="0"/>
              <a:buNone/>
              <a:tabLst/>
              <a:defRPr/>
            </a:pPr>
            <a:endParaRPr kumimoji="0" lang="en-US" altLang="nl-NL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9307337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Types of parallelization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What types of parallelization exist?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Instruction level parallelism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Embarrassingly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Data parallel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Model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Hybrid</a:t>
            </a:r>
            <a:r>
              <a:rPr lang="nl-NL" dirty="0"/>
              <a:t> data/model </a:t>
            </a:r>
            <a:r>
              <a:rPr lang="nl-NL" dirty="0" err="1"/>
              <a:t>parallelism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Tensor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Pipeline </a:t>
            </a:r>
            <a:r>
              <a:rPr lang="nl-NL" dirty="0" err="1"/>
              <a:t>parallelism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12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02CE79C0-943A-E39E-CC2F-F5A03D52DAA8}"/>
              </a:ext>
            </a:extLst>
          </p:cNvPr>
          <p:cNvCxnSpPr>
            <a:cxnSpLocks/>
          </p:cNvCxnSpPr>
          <p:nvPr/>
        </p:nvCxnSpPr>
        <p:spPr>
          <a:xfrm>
            <a:off x="3808268" y="1808137"/>
            <a:ext cx="38965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extBox 7">
            <a:extLst>
              <a:ext uri="{FF2B5EF4-FFF2-40B4-BE49-F238E27FC236}">
                <a16:creationId xmlns:a16="http://schemas.microsoft.com/office/drawing/2014/main" id="{998331E5-52F1-74EE-DC06-DA1BE4CDCD7F}"/>
              </a:ext>
            </a:extLst>
          </p:cNvPr>
          <p:cNvSpPr txBox="1"/>
          <p:nvPr/>
        </p:nvSpPr>
        <p:spPr>
          <a:xfrm>
            <a:off x="4488696" y="1653801"/>
            <a:ext cx="5613524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Single </a:t>
            </a:r>
            <a:r>
              <a:rPr lang="nl-NL" dirty="0" err="1">
                <a:solidFill>
                  <a:prstClr val="black"/>
                </a:solidFill>
                <a:latin typeface="Calibri"/>
              </a:rPr>
              <a:t>instruction</a:t>
            </a:r>
            <a:r>
              <a:rPr lang="nl-NL" dirty="0">
                <a:solidFill>
                  <a:prstClr val="black"/>
                </a:solidFill>
                <a:latin typeface="Calibri"/>
              </a:rPr>
              <a:t> operating on e.g. </a:t>
            </a:r>
            <a:r>
              <a:rPr lang="nl-NL" dirty="0" err="1">
                <a:solidFill>
                  <a:prstClr val="black"/>
                </a:solidFill>
                <a:latin typeface="Calibri"/>
              </a:rPr>
              <a:t>entire</a:t>
            </a:r>
            <a:r>
              <a:rPr lang="nl-NL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Calibri"/>
              </a:rPr>
              <a:t>vectors</a:t>
            </a:r>
            <a:r>
              <a:rPr lang="nl-NL" dirty="0">
                <a:solidFill>
                  <a:prstClr val="black"/>
                </a:solidFill>
                <a:latin typeface="Calibri"/>
              </a:rPr>
              <a:t> / matrices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2953F237-A994-DAAD-431E-8382F6410E88}"/>
              </a:ext>
            </a:extLst>
          </p:cNvPr>
          <p:cNvCxnSpPr>
            <a:cxnSpLocks/>
          </p:cNvCxnSpPr>
          <p:nvPr/>
        </p:nvCxnSpPr>
        <p:spPr>
          <a:xfrm>
            <a:off x="3418609" y="2234747"/>
            <a:ext cx="77931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88EE653-1201-9CD8-A878-624530A99168}"/>
              </a:ext>
            </a:extLst>
          </p:cNvPr>
          <p:cNvSpPr txBox="1"/>
          <p:nvPr/>
        </p:nvSpPr>
        <p:spPr>
          <a:xfrm>
            <a:off x="4488696" y="2080411"/>
            <a:ext cx="2999988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E.g. hyper</a:t>
            </a:r>
            <a:r>
              <a:rPr lang="nl-NL" dirty="0">
                <a:solidFill>
                  <a:prstClr val="black"/>
                </a:solidFill>
                <a:latin typeface="Calibri"/>
              </a:rPr>
              <a:t>parameter </a:t>
            </a:r>
            <a:r>
              <a:rPr lang="nl-NL" dirty="0" err="1">
                <a:solidFill>
                  <a:prstClr val="black"/>
                </a:solidFill>
                <a:latin typeface="Calibri"/>
              </a:rPr>
              <a:t>grid</a:t>
            </a:r>
            <a:r>
              <a:rPr lang="nl-NL" dirty="0">
                <a:solidFill>
                  <a:prstClr val="black"/>
                </a:solidFill>
                <a:latin typeface="Calibri"/>
              </a:rPr>
              <a:t> search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F99302E6-AB2F-EB2B-CA69-2FF8DD67D42C}"/>
              </a:ext>
            </a:extLst>
          </p:cNvPr>
          <p:cNvCxnSpPr>
            <a:cxnSpLocks/>
          </p:cNvCxnSpPr>
          <p:nvPr/>
        </p:nvCxnSpPr>
        <p:spPr>
          <a:xfrm flipV="1">
            <a:off x="7282597" y="1246909"/>
            <a:ext cx="0" cy="26681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A1A2A384-014C-6575-D020-F11DFAD1739F}"/>
              </a:ext>
            </a:extLst>
          </p:cNvPr>
          <p:cNvSpPr txBox="1"/>
          <p:nvPr/>
        </p:nvSpPr>
        <p:spPr>
          <a:xfrm>
            <a:off x="5142464" y="811581"/>
            <a:ext cx="472885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Typically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: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PyTorch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TensorFlow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, …, takes care of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093EEE52-8FCD-D5C1-80B4-D8FB71436535}"/>
              </a:ext>
            </a:extLst>
          </p:cNvPr>
          <p:cNvCxnSpPr>
            <a:cxnSpLocks/>
          </p:cNvCxnSpPr>
          <p:nvPr/>
        </p:nvCxnSpPr>
        <p:spPr>
          <a:xfrm>
            <a:off x="2275840" y="2661357"/>
            <a:ext cx="192208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0AE3D7C1-EFF0-D635-BD3D-6C95C2B5619B}"/>
              </a:ext>
            </a:extLst>
          </p:cNvPr>
          <p:cNvSpPr txBox="1"/>
          <p:nvPr/>
        </p:nvSpPr>
        <p:spPr>
          <a:xfrm>
            <a:off x="4488696" y="2507021"/>
            <a:ext cx="2106667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Topic of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nl-NL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session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  <a:sym typeface="Wingdings" panose="05000000000000000000" pitchFamily="2" charset="2"/>
              </a:rPr>
              <a:t>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7" name="Right Brace 26">
            <a:extLst>
              <a:ext uri="{FF2B5EF4-FFF2-40B4-BE49-F238E27FC236}">
                <a16:creationId xmlns:a16="http://schemas.microsoft.com/office/drawing/2014/main" id="{FF9E7605-E071-2FD2-C17F-4F627E64DAF1}"/>
              </a:ext>
            </a:extLst>
          </p:cNvPr>
          <p:cNvSpPr/>
          <p:nvPr/>
        </p:nvSpPr>
        <p:spPr>
          <a:xfrm>
            <a:off x="4003097" y="2915920"/>
            <a:ext cx="389659" cy="1788159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66D64480-43A9-922C-ED0F-CD5202828DC9}"/>
              </a:ext>
            </a:extLst>
          </p:cNvPr>
          <p:cNvSpPr txBox="1"/>
          <p:nvPr/>
        </p:nvSpPr>
        <p:spPr>
          <a:xfrm>
            <a:off x="4509016" y="3657705"/>
            <a:ext cx="4158511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Covered</a:t>
            </a:r>
            <a:r>
              <a:rPr kumimoji="0" lang="nl-NL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</a:t>
            </a:r>
            <a:r>
              <a:rPr kumimoji="0" lang="nl-NL" sz="18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upcoming</a:t>
            </a:r>
            <a:r>
              <a:rPr kumimoji="0" lang="nl-NL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nl-NL" sz="18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sessions</a:t>
            </a:r>
            <a:r>
              <a:rPr kumimoji="0" lang="nl-NL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in </a:t>
            </a:r>
            <a:r>
              <a:rPr kumimoji="0" lang="nl-NL" sz="18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this</a:t>
            </a:r>
            <a:r>
              <a:rPr kumimoji="0" lang="nl-NL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course</a:t>
            </a: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34736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12" grpId="0"/>
      <p:bldP spid="23" grpId="0"/>
      <p:bldP spid="25" grpId="0"/>
      <p:bldP spid="27" grpId="0" animBg="1"/>
      <p:bldP spid="2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D551B6-FEB1-C422-C7D1-DB8E69DF19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50D7ED-DBF7-DDDB-940C-310148FE6A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Data Parallelism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FF439D0-CE01-07AD-9963-DDD8C1583D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48938" y="833566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Train a single model, single set of hyperparameters, but </a:t>
            </a:r>
            <a:r>
              <a:rPr lang="en-US" b="1" i="1" dirty="0"/>
              <a:t>faster</a:t>
            </a:r>
            <a:endParaRPr lang="en-US" b="1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Split the data over multiple processors (CPUs/GPUs)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processor holds an </a:t>
            </a:r>
            <a:r>
              <a:rPr lang="en-US" u="sng" dirty="0"/>
              <a:t>identical</a:t>
            </a:r>
            <a:r>
              <a:rPr lang="en-US" dirty="0"/>
              <a:t> copy of the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Forward pass: calculated by each of the workers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Backward pass: gradients computed (per worker)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Communicate and aggregate gradients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Model update</a:t>
            </a:r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487BB3-3CA0-B486-0BCD-27223495AB07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E29854F-156D-95BE-AE51-D9ADE1DA9A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13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2" name="Rectangle 3">
            <a:extLst>
              <a:ext uri="{FF2B5EF4-FFF2-40B4-BE49-F238E27FC236}">
                <a16:creationId xmlns:a16="http://schemas.microsoft.com/office/drawing/2014/main" id="{7AC7FCC6-B8E6-55EE-FDB3-DF4C83AC3122}"/>
              </a:ext>
            </a:extLst>
          </p:cNvPr>
          <p:cNvSpPr txBox="1">
            <a:spLocks noChangeArrowheads="1"/>
          </p:cNvSpPr>
          <p:nvPr/>
        </p:nvSpPr>
        <p:spPr>
          <a:xfrm>
            <a:off x="287336" y="1558799"/>
            <a:ext cx="2292902" cy="564851"/>
          </a:xfrm>
          <a:prstGeom prst="rect">
            <a:avLst/>
          </a:prstGeom>
        </p:spPr>
        <p:txBody>
          <a:bodyPr>
            <a:normAutofit/>
          </a:bodyPr>
          <a:lstStyle>
            <a:lvl1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Tx/>
              <a:buBlip>
                <a:blip r:embed="rId2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4"/>
              </a:buClr>
              <a:buFontTx/>
              <a:buBlip>
                <a:blip r:embed="rId3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4"/>
              </a:buBlip>
              <a:tabLst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269875" indent="-269875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Tx/>
              <a:buBlip>
                <a:blip r:embed="rId5"/>
              </a:buBlip>
              <a:tabLst/>
              <a:defRPr sz="2000" b="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1"/>
              </a:buClr>
              <a:buFont typeface="+mj-lt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chemeClr val="accent3"/>
              </a:buClr>
              <a:buFont typeface="Arial" panose="020B0604020202020204" pitchFamily="34" charset="0"/>
              <a:buNone/>
              <a:defRPr sz="2000" b="1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533400" indent="-271463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Tx/>
              <a:buFont typeface="Calibri" panose="020F0502020204030204" pitchFamily="34" charset="0"/>
              <a:buChar char="→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61938" indent="-2619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536575" indent="-274638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  <a:defRPr sz="2000" kern="1200" cap="none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457200" marR="0" lvl="0" indent="-457200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 typeface="Arial" pitchFamily="34" charset="0"/>
              <a:buChar char="•"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Tx/>
              <a:buBlip>
                <a:blip r:embed="rId2"/>
              </a:buBlip>
              <a:tabLst/>
              <a:defRPr/>
            </a:pPr>
            <a:endParaRPr kumimoji="0" lang="en-US" altLang="nl-NL" sz="1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  <a:p>
            <a:pPr marL="269875" marR="0" lvl="0" indent="-269875" algn="l" defTabSz="914400" rtl="0" eaLnBrk="1" fontAlgn="auto" latinLnBrk="0" hangingPunct="1">
              <a:lnSpc>
                <a:spcPct val="100000"/>
              </a:lnSpc>
              <a:spcBef>
                <a:spcPts val="600"/>
              </a:spcBef>
              <a:spcAft>
                <a:spcPts val="600"/>
              </a:spcAft>
              <a:buClr>
                <a:srgbClr val="EA7600"/>
              </a:buClr>
              <a:buSzTx/>
              <a:buFont typeface="Arial" charset="0"/>
              <a:buNone/>
              <a:tabLst/>
              <a:defRPr/>
            </a:pPr>
            <a:endParaRPr kumimoji="0" lang="en-US" altLang="nl-NL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8" name="Picture 4" descr="Afbeeldingsresultaat voor cats and dogs">
            <a:extLst>
              <a:ext uri="{FF2B5EF4-FFF2-40B4-BE49-F238E27FC236}">
                <a16:creationId xmlns:a16="http://schemas.microsoft.com/office/drawing/2014/main" id="{88B4A0E1-136B-CB51-2C2D-6CE15A0339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578940" y="4374342"/>
            <a:ext cx="1268818" cy="8424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1" name="Group 10">
            <a:extLst>
              <a:ext uri="{FF2B5EF4-FFF2-40B4-BE49-F238E27FC236}">
                <a16:creationId xmlns:a16="http://schemas.microsoft.com/office/drawing/2014/main" id="{2C9A5BF1-16ED-9068-D980-AFDB66C974A1}"/>
              </a:ext>
            </a:extLst>
          </p:cNvPr>
          <p:cNvGrpSpPr/>
          <p:nvPr/>
        </p:nvGrpSpPr>
        <p:grpSpPr>
          <a:xfrm>
            <a:off x="5079789" y="4005309"/>
            <a:ext cx="1350595" cy="827951"/>
            <a:chOff x="3221405" y="3951065"/>
            <a:chExt cx="2152502" cy="1319541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2713275A-69AF-A6E7-4D41-81EA2505DC9B}"/>
                </a:ext>
              </a:extLst>
            </p:cNvPr>
            <p:cNvSpPr/>
            <p:nvPr/>
          </p:nvSpPr>
          <p:spPr>
            <a:xfrm>
              <a:off x="3450003" y="3951065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A8275C03-C9EC-1238-A970-36F3ABA59C6B}"/>
                </a:ext>
              </a:extLst>
            </p:cNvPr>
            <p:cNvSpPr/>
            <p:nvPr/>
          </p:nvSpPr>
          <p:spPr>
            <a:xfrm>
              <a:off x="3450003" y="4450448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6B5FFBA8-AA95-D567-9237-39629FA5FFED}"/>
                </a:ext>
              </a:extLst>
            </p:cNvPr>
            <p:cNvSpPr/>
            <p:nvPr/>
          </p:nvSpPr>
          <p:spPr>
            <a:xfrm>
              <a:off x="3449582" y="494983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E0C3CDC3-E9EF-99B1-7175-093D27D06D91}"/>
                </a:ext>
              </a:extLst>
            </p:cNvPr>
            <p:cNvSpPr/>
            <p:nvPr/>
          </p:nvSpPr>
          <p:spPr>
            <a:xfrm>
              <a:off x="4225640" y="3951065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2D833CE5-B7E9-A87D-AB66-A975AF3683E4}"/>
                </a:ext>
              </a:extLst>
            </p:cNvPr>
            <p:cNvSpPr/>
            <p:nvPr/>
          </p:nvSpPr>
          <p:spPr>
            <a:xfrm>
              <a:off x="4225639" y="4450448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1" name="Oval 20">
              <a:extLst>
                <a:ext uri="{FF2B5EF4-FFF2-40B4-BE49-F238E27FC236}">
                  <a16:creationId xmlns:a16="http://schemas.microsoft.com/office/drawing/2014/main" id="{3E08CB30-6151-6F87-7390-8198AD259453}"/>
                </a:ext>
              </a:extLst>
            </p:cNvPr>
            <p:cNvSpPr/>
            <p:nvPr/>
          </p:nvSpPr>
          <p:spPr>
            <a:xfrm>
              <a:off x="4225639" y="494983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23" name="Oval 22">
              <a:extLst>
                <a:ext uri="{FF2B5EF4-FFF2-40B4-BE49-F238E27FC236}">
                  <a16:creationId xmlns:a16="http://schemas.microsoft.com/office/drawing/2014/main" id="{2EE586A3-B640-FEAA-AE76-58C036ACF258}"/>
                </a:ext>
              </a:extLst>
            </p:cNvPr>
            <p:cNvSpPr/>
            <p:nvPr/>
          </p:nvSpPr>
          <p:spPr>
            <a:xfrm>
              <a:off x="5053132" y="442691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24" name="Straight Arrow Connector 23">
              <a:extLst>
                <a:ext uri="{FF2B5EF4-FFF2-40B4-BE49-F238E27FC236}">
                  <a16:creationId xmlns:a16="http://schemas.microsoft.com/office/drawing/2014/main" id="{B7A11D64-5605-9AC8-F1A6-28114E69F4E0}"/>
                </a:ext>
              </a:extLst>
            </p:cNvPr>
            <p:cNvCxnSpPr>
              <a:stCxn id="16" idx="6"/>
              <a:endCxn id="19" idx="2"/>
            </p:cNvCxnSpPr>
            <p:nvPr/>
          </p:nvCxnSpPr>
          <p:spPr>
            <a:xfrm flipV="1">
              <a:off x="3770778" y="4111453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5" name="Straight Arrow Connector 24">
              <a:extLst>
                <a:ext uri="{FF2B5EF4-FFF2-40B4-BE49-F238E27FC236}">
                  <a16:creationId xmlns:a16="http://schemas.microsoft.com/office/drawing/2014/main" id="{DB10688B-6071-5741-7242-BC3B5958E20E}"/>
                </a:ext>
              </a:extLst>
            </p:cNvPr>
            <p:cNvCxnSpPr/>
            <p:nvPr/>
          </p:nvCxnSpPr>
          <p:spPr>
            <a:xfrm flipV="1">
              <a:off x="3770357" y="4610835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6" name="Straight Arrow Connector 25">
              <a:extLst>
                <a:ext uri="{FF2B5EF4-FFF2-40B4-BE49-F238E27FC236}">
                  <a16:creationId xmlns:a16="http://schemas.microsoft.com/office/drawing/2014/main" id="{3EF0C165-3002-CB0C-B871-3DDFF8C960E5}"/>
                </a:ext>
              </a:extLst>
            </p:cNvPr>
            <p:cNvCxnSpPr/>
            <p:nvPr/>
          </p:nvCxnSpPr>
          <p:spPr>
            <a:xfrm flipV="1">
              <a:off x="3770357" y="5113932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7" name="Straight Arrow Connector 26">
              <a:extLst>
                <a:ext uri="{FF2B5EF4-FFF2-40B4-BE49-F238E27FC236}">
                  <a16:creationId xmlns:a16="http://schemas.microsoft.com/office/drawing/2014/main" id="{1F539546-7B65-3CA0-37C3-8793B2A5B1E4}"/>
                </a:ext>
              </a:extLst>
            </p:cNvPr>
            <p:cNvCxnSpPr>
              <a:endCxn id="20" idx="3"/>
            </p:cNvCxnSpPr>
            <p:nvPr/>
          </p:nvCxnSpPr>
          <p:spPr>
            <a:xfrm flipV="1">
              <a:off x="3770357" y="4724246"/>
              <a:ext cx="502259" cy="39726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8" name="Straight Arrow Connector 27">
              <a:extLst>
                <a:ext uri="{FF2B5EF4-FFF2-40B4-BE49-F238E27FC236}">
                  <a16:creationId xmlns:a16="http://schemas.microsoft.com/office/drawing/2014/main" id="{1A40D5B4-7CEE-7559-3F7A-A0E74EA0954C}"/>
                </a:ext>
              </a:extLst>
            </p:cNvPr>
            <p:cNvCxnSpPr>
              <a:endCxn id="20" idx="1"/>
            </p:cNvCxnSpPr>
            <p:nvPr/>
          </p:nvCxnSpPr>
          <p:spPr>
            <a:xfrm>
              <a:off x="3774391" y="4116528"/>
              <a:ext cx="498224" cy="3808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Arrow Connector 28">
              <a:extLst>
                <a:ext uri="{FF2B5EF4-FFF2-40B4-BE49-F238E27FC236}">
                  <a16:creationId xmlns:a16="http://schemas.microsoft.com/office/drawing/2014/main" id="{94D04F4E-5532-3A99-239D-509AFE71F329}"/>
                </a:ext>
              </a:extLst>
            </p:cNvPr>
            <p:cNvCxnSpPr>
              <a:endCxn id="21" idx="1"/>
            </p:cNvCxnSpPr>
            <p:nvPr/>
          </p:nvCxnSpPr>
          <p:spPr>
            <a:xfrm>
              <a:off x="3767607" y="4110446"/>
              <a:ext cx="505009" cy="8863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Arrow Connector 29">
              <a:extLst>
                <a:ext uri="{FF2B5EF4-FFF2-40B4-BE49-F238E27FC236}">
                  <a16:creationId xmlns:a16="http://schemas.microsoft.com/office/drawing/2014/main" id="{45D81632-56A3-6A0B-5240-8243250D5553}"/>
                </a:ext>
              </a:extLst>
            </p:cNvPr>
            <p:cNvCxnSpPr>
              <a:endCxn id="19" idx="3"/>
            </p:cNvCxnSpPr>
            <p:nvPr/>
          </p:nvCxnSpPr>
          <p:spPr>
            <a:xfrm flipV="1">
              <a:off x="3774391" y="4224864"/>
              <a:ext cx="498225" cy="88959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Arrow Connector 30">
              <a:extLst>
                <a:ext uri="{FF2B5EF4-FFF2-40B4-BE49-F238E27FC236}">
                  <a16:creationId xmlns:a16="http://schemas.microsoft.com/office/drawing/2014/main" id="{DAFA52BB-4A88-546E-B674-32D8240F9A3D}"/>
                </a:ext>
              </a:extLst>
            </p:cNvPr>
            <p:cNvCxnSpPr/>
            <p:nvPr/>
          </p:nvCxnSpPr>
          <p:spPr>
            <a:xfrm flipV="1">
              <a:off x="3777141" y="4173806"/>
              <a:ext cx="454862" cy="43575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Arrow Connector 31">
              <a:extLst>
                <a:ext uri="{FF2B5EF4-FFF2-40B4-BE49-F238E27FC236}">
                  <a16:creationId xmlns:a16="http://schemas.microsoft.com/office/drawing/2014/main" id="{7C67AF65-8FEE-656D-3FC1-A17FFFF8A350}"/>
                </a:ext>
              </a:extLst>
            </p:cNvPr>
            <p:cNvCxnSpPr/>
            <p:nvPr/>
          </p:nvCxnSpPr>
          <p:spPr>
            <a:xfrm>
              <a:off x="3770356" y="4606842"/>
              <a:ext cx="465260" cy="43817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Arrow Connector 32">
              <a:extLst>
                <a:ext uri="{FF2B5EF4-FFF2-40B4-BE49-F238E27FC236}">
                  <a16:creationId xmlns:a16="http://schemas.microsoft.com/office/drawing/2014/main" id="{69BF666A-71F6-F5B6-6100-E7BA954DD27B}"/>
                </a:ext>
              </a:extLst>
            </p:cNvPr>
            <p:cNvCxnSpPr>
              <a:endCxn id="23" idx="1"/>
            </p:cNvCxnSpPr>
            <p:nvPr/>
          </p:nvCxnSpPr>
          <p:spPr>
            <a:xfrm>
              <a:off x="4553330" y="4116529"/>
              <a:ext cx="546778" cy="35735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Arrow Connector 33">
              <a:extLst>
                <a:ext uri="{FF2B5EF4-FFF2-40B4-BE49-F238E27FC236}">
                  <a16:creationId xmlns:a16="http://schemas.microsoft.com/office/drawing/2014/main" id="{65ADE6EE-1FC1-4A85-40A6-31D660C72F21}"/>
                </a:ext>
              </a:extLst>
            </p:cNvPr>
            <p:cNvCxnSpPr>
              <a:endCxn id="23" idx="3"/>
            </p:cNvCxnSpPr>
            <p:nvPr/>
          </p:nvCxnSpPr>
          <p:spPr>
            <a:xfrm flipV="1">
              <a:off x="4549448" y="4700709"/>
              <a:ext cx="550661" cy="40974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Arrow Connector 35">
              <a:extLst>
                <a:ext uri="{FF2B5EF4-FFF2-40B4-BE49-F238E27FC236}">
                  <a16:creationId xmlns:a16="http://schemas.microsoft.com/office/drawing/2014/main" id="{50C450E7-998A-B83B-2ECA-5AD92894F153}"/>
                </a:ext>
              </a:extLst>
            </p:cNvPr>
            <p:cNvCxnSpPr/>
            <p:nvPr/>
          </p:nvCxnSpPr>
          <p:spPr>
            <a:xfrm flipV="1">
              <a:off x="3221405" y="4608238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Arrow Connector 36">
              <a:extLst>
                <a:ext uri="{FF2B5EF4-FFF2-40B4-BE49-F238E27FC236}">
                  <a16:creationId xmlns:a16="http://schemas.microsoft.com/office/drawing/2014/main" id="{895F7327-DA92-2891-601D-E06732B10302}"/>
                </a:ext>
              </a:extLst>
            </p:cNvPr>
            <p:cNvCxnSpPr/>
            <p:nvPr/>
          </p:nvCxnSpPr>
          <p:spPr>
            <a:xfrm flipV="1">
              <a:off x="3228981" y="4098930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Arrow Connector 37">
              <a:extLst>
                <a:ext uri="{FF2B5EF4-FFF2-40B4-BE49-F238E27FC236}">
                  <a16:creationId xmlns:a16="http://schemas.microsoft.com/office/drawing/2014/main" id="{76BB8940-742B-6F4A-797F-9B501369E3B8}"/>
                </a:ext>
              </a:extLst>
            </p:cNvPr>
            <p:cNvCxnSpPr/>
            <p:nvPr/>
          </p:nvCxnSpPr>
          <p:spPr>
            <a:xfrm flipV="1">
              <a:off x="3228981" y="5128818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1" name="Straight Arrow Connector 40">
              <a:extLst>
                <a:ext uri="{FF2B5EF4-FFF2-40B4-BE49-F238E27FC236}">
                  <a16:creationId xmlns:a16="http://schemas.microsoft.com/office/drawing/2014/main" id="{B5B5B193-5B1E-E8C1-9F3E-4192A6A5A637}"/>
                </a:ext>
              </a:extLst>
            </p:cNvPr>
            <p:cNvCxnSpPr>
              <a:endCxn id="23" idx="2"/>
            </p:cNvCxnSpPr>
            <p:nvPr/>
          </p:nvCxnSpPr>
          <p:spPr>
            <a:xfrm flipV="1">
              <a:off x="4546414" y="4587298"/>
              <a:ext cx="50671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ABB9E607-E23D-FAF3-4E70-7B3F3C53C99C}"/>
              </a:ext>
            </a:extLst>
          </p:cNvPr>
          <p:cNvGrpSpPr/>
          <p:nvPr/>
        </p:nvGrpSpPr>
        <p:grpSpPr>
          <a:xfrm>
            <a:off x="5079789" y="5432697"/>
            <a:ext cx="1350595" cy="827951"/>
            <a:chOff x="3221405" y="3951065"/>
            <a:chExt cx="2152502" cy="1319541"/>
          </a:xfrm>
        </p:grpSpPr>
        <p:sp>
          <p:nvSpPr>
            <p:cNvPr id="45" name="Oval 44">
              <a:extLst>
                <a:ext uri="{FF2B5EF4-FFF2-40B4-BE49-F238E27FC236}">
                  <a16:creationId xmlns:a16="http://schemas.microsoft.com/office/drawing/2014/main" id="{75B5FDCD-C63C-FFCD-6A16-9196F566DAE1}"/>
                </a:ext>
              </a:extLst>
            </p:cNvPr>
            <p:cNvSpPr/>
            <p:nvPr/>
          </p:nvSpPr>
          <p:spPr>
            <a:xfrm>
              <a:off x="3450003" y="3951065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B1EFC69D-00AE-ABE7-8318-83D8DA378B22}"/>
                </a:ext>
              </a:extLst>
            </p:cNvPr>
            <p:cNvSpPr/>
            <p:nvPr/>
          </p:nvSpPr>
          <p:spPr>
            <a:xfrm>
              <a:off x="3450003" y="4450448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7" name="Oval 46">
              <a:extLst>
                <a:ext uri="{FF2B5EF4-FFF2-40B4-BE49-F238E27FC236}">
                  <a16:creationId xmlns:a16="http://schemas.microsoft.com/office/drawing/2014/main" id="{5AEA6F3B-CA6A-2328-BB75-6B5D703A0223}"/>
                </a:ext>
              </a:extLst>
            </p:cNvPr>
            <p:cNvSpPr/>
            <p:nvPr/>
          </p:nvSpPr>
          <p:spPr>
            <a:xfrm>
              <a:off x="3449582" y="494983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8" name="Oval 47">
              <a:extLst>
                <a:ext uri="{FF2B5EF4-FFF2-40B4-BE49-F238E27FC236}">
                  <a16:creationId xmlns:a16="http://schemas.microsoft.com/office/drawing/2014/main" id="{CA5CBD1B-1ABE-A106-D80E-3AA0B5C232A5}"/>
                </a:ext>
              </a:extLst>
            </p:cNvPr>
            <p:cNvSpPr/>
            <p:nvPr/>
          </p:nvSpPr>
          <p:spPr>
            <a:xfrm>
              <a:off x="4225640" y="3951065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49" name="Oval 48">
              <a:extLst>
                <a:ext uri="{FF2B5EF4-FFF2-40B4-BE49-F238E27FC236}">
                  <a16:creationId xmlns:a16="http://schemas.microsoft.com/office/drawing/2014/main" id="{996CA7CA-557E-C57F-C8EF-9DFDA51D9678}"/>
                </a:ext>
              </a:extLst>
            </p:cNvPr>
            <p:cNvSpPr/>
            <p:nvPr/>
          </p:nvSpPr>
          <p:spPr>
            <a:xfrm>
              <a:off x="4225639" y="4450448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0" name="Oval 49">
              <a:extLst>
                <a:ext uri="{FF2B5EF4-FFF2-40B4-BE49-F238E27FC236}">
                  <a16:creationId xmlns:a16="http://schemas.microsoft.com/office/drawing/2014/main" id="{B53C0BA5-8408-ADDA-6CC8-78BD382FA4BA}"/>
                </a:ext>
              </a:extLst>
            </p:cNvPr>
            <p:cNvSpPr/>
            <p:nvPr/>
          </p:nvSpPr>
          <p:spPr>
            <a:xfrm>
              <a:off x="4225639" y="494983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sp>
          <p:nvSpPr>
            <p:cNvPr id="51" name="Oval 50">
              <a:extLst>
                <a:ext uri="{FF2B5EF4-FFF2-40B4-BE49-F238E27FC236}">
                  <a16:creationId xmlns:a16="http://schemas.microsoft.com/office/drawing/2014/main" id="{11B7CF92-377A-86A2-0542-F68BA4530AFA}"/>
                </a:ext>
              </a:extLst>
            </p:cNvPr>
            <p:cNvSpPr/>
            <p:nvPr/>
          </p:nvSpPr>
          <p:spPr>
            <a:xfrm>
              <a:off x="5053132" y="4426911"/>
              <a:ext cx="320775" cy="320775"/>
            </a:xfrm>
            <a:prstGeom prst="ellipse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  <p:cxnSp>
          <p:nvCxnSpPr>
            <p:cNvPr id="52" name="Straight Arrow Connector 51">
              <a:extLst>
                <a:ext uri="{FF2B5EF4-FFF2-40B4-BE49-F238E27FC236}">
                  <a16:creationId xmlns:a16="http://schemas.microsoft.com/office/drawing/2014/main" id="{F0171551-E9AB-C0CF-2C5E-17E7571FBCE1}"/>
                </a:ext>
              </a:extLst>
            </p:cNvPr>
            <p:cNvCxnSpPr>
              <a:stCxn id="45" idx="6"/>
              <a:endCxn id="48" idx="2"/>
            </p:cNvCxnSpPr>
            <p:nvPr/>
          </p:nvCxnSpPr>
          <p:spPr>
            <a:xfrm flipV="1">
              <a:off x="3770778" y="4111453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3" name="Straight Arrow Connector 52">
              <a:extLst>
                <a:ext uri="{FF2B5EF4-FFF2-40B4-BE49-F238E27FC236}">
                  <a16:creationId xmlns:a16="http://schemas.microsoft.com/office/drawing/2014/main" id="{C93BD9C3-9D3B-04BB-82F9-F890A463DEDD}"/>
                </a:ext>
              </a:extLst>
            </p:cNvPr>
            <p:cNvCxnSpPr/>
            <p:nvPr/>
          </p:nvCxnSpPr>
          <p:spPr>
            <a:xfrm flipV="1">
              <a:off x="3770357" y="4610835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4" name="Straight Arrow Connector 53">
              <a:extLst>
                <a:ext uri="{FF2B5EF4-FFF2-40B4-BE49-F238E27FC236}">
                  <a16:creationId xmlns:a16="http://schemas.microsoft.com/office/drawing/2014/main" id="{891E7641-A0AB-F864-1956-D3E8C9007A3B}"/>
                </a:ext>
              </a:extLst>
            </p:cNvPr>
            <p:cNvCxnSpPr/>
            <p:nvPr/>
          </p:nvCxnSpPr>
          <p:spPr>
            <a:xfrm flipV="1">
              <a:off x="3770357" y="5113932"/>
              <a:ext cx="454862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5" name="Straight Arrow Connector 54">
              <a:extLst>
                <a:ext uri="{FF2B5EF4-FFF2-40B4-BE49-F238E27FC236}">
                  <a16:creationId xmlns:a16="http://schemas.microsoft.com/office/drawing/2014/main" id="{A19E7139-685F-3BD0-6E38-34780722103A}"/>
                </a:ext>
              </a:extLst>
            </p:cNvPr>
            <p:cNvCxnSpPr>
              <a:endCxn id="49" idx="3"/>
            </p:cNvCxnSpPr>
            <p:nvPr/>
          </p:nvCxnSpPr>
          <p:spPr>
            <a:xfrm flipV="1">
              <a:off x="3770357" y="4724246"/>
              <a:ext cx="502259" cy="397267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EF0AC8DC-3D78-4402-8BB2-F85D9A464589}"/>
                </a:ext>
              </a:extLst>
            </p:cNvPr>
            <p:cNvCxnSpPr>
              <a:endCxn id="49" idx="1"/>
            </p:cNvCxnSpPr>
            <p:nvPr/>
          </p:nvCxnSpPr>
          <p:spPr>
            <a:xfrm>
              <a:off x="3774391" y="4116528"/>
              <a:ext cx="498224" cy="3808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7" name="Straight Arrow Connector 56">
              <a:extLst>
                <a:ext uri="{FF2B5EF4-FFF2-40B4-BE49-F238E27FC236}">
                  <a16:creationId xmlns:a16="http://schemas.microsoft.com/office/drawing/2014/main" id="{2893D6FF-2275-35D4-4419-4599F985BA96}"/>
                </a:ext>
              </a:extLst>
            </p:cNvPr>
            <p:cNvCxnSpPr>
              <a:endCxn id="50" idx="1"/>
            </p:cNvCxnSpPr>
            <p:nvPr/>
          </p:nvCxnSpPr>
          <p:spPr>
            <a:xfrm>
              <a:off x="3767607" y="4110446"/>
              <a:ext cx="505009" cy="886361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8" name="Straight Arrow Connector 57">
              <a:extLst>
                <a:ext uri="{FF2B5EF4-FFF2-40B4-BE49-F238E27FC236}">
                  <a16:creationId xmlns:a16="http://schemas.microsoft.com/office/drawing/2014/main" id="{6AC5C9C4-A640-7091-0058-E69754CC6D5A}"/>
                </a:ext>
              </a:extLst>
            </p:cNvPr>
            <p:cNvCxnSpPr>
              <a:endCxn id="48" idx="3"/>
            </p:cNvCxnSpPr>
            <p:nvPr/>
          </p:nvCxnSpPr>
          <p:spPr>
            <a:xfrm flipV="1">
              <a:off x="3774391" y="4224864"/>
              <a:ext cx="498225" cy="88959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59" name="Straight Arrow Connector 58">
              <a:extLst>
                <a:ext uri="{FF2B5EF4-FFF2-40B4-BE49-F238E27FC236}">
                  <a16:creationId xmlns:a16="http://schemas.microsoft.com/office/drawing/2014/main" id="{FB1FB0CF-FB4D-A267-875B-635985DBDCE1}"/>
                </a:ext>
              </a:extLst>
            </p:cNvPr>
            <p:cNvCxnSpPr/>
            <p:nvPr/>
          </p:nvCxnSpPr>
          <p:spPr>
            <a:xfrm flipV="1">
              <a:off x="3777141" y="4173806"/>
              <a:ext cx="454862" cy="435754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0" name="Straight Arrow Connector 59">
              <a:extLst>
                <a:ext uri="{FF2B5EF4-FFF2-40B4-BE49-F238E27FC236}">
                  <a16:creationId xmlns:a16="http://schemas.microsoft.com/office/drawing/2014/main" id="{878D8D0D-2E6D-71D8-E77C-6662ABFB8637}"/>
                </a:ext>
              </a:extLst>
            </p:cNvPr>
            <p:cNvCxnSpPr/>
            <p:nvPr/>
          </p:nvCxnSpPr>
          <p:spPr>
            <a:xfrm>
              <a:off x="3770356" y="4606842"/>
              <a:ext cx="465260" cy="438179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1" name="Straight Arrow Connector 60">
              <a:extLst>
                <a:ext uri="{FF2B5EF4-FFF2-40B4-BE49-F238E27FC236}">
                  <a16:creationId xmlns:a16="http://schemas.microsoft.com/office/drawing/2014/main" id="{CFB90873-90EE-8DE6-07C3-081CB76EA1EF}"/>
                </a:ext>
              </a:extLst>
            </p:cNvPr>
            <p:cNvCxnSpPr>
              <a:endCxn id="51" idx="1"/>
            </p:cNvCxnSpPr>
            <p:nvPr/>
          </p:nvCxnSpPr>
          <p:spPr>
            <a:xfrm>
              <a:off x="4553330" y="4116529"/>
              <a:ext cx="546778" cy="35735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2" name="Straight Arrow Connector 61">
              <a:extLst>
                <a:ext uri="{FF2B5EF4-FFF2-40B4-BE49-F238E27FC236}">
                  <a16:creationId xmlns:a16="http://schemas.microsoft.com/office/drawing/2014/main" id="{3F2D125F-7818-13D6-8A00-FC893230E883}"/>
                </a:ext>
              </a:extLst>
            </p:cNvPr>
            <p:cNvCxnSpPr>
              <a:endCxn id="51" idx="3"/>
            </p:cNvCxnSpPr>
            <p:nvPr/>
          </p:nvCxnSpPr>
          <p:spPr>
            <a:xfrm flipV="1">
              <a:off x="4549448" y="4700709"/>
              <a:ext cx="550661" cy="409748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3" name="Straight Arrow Connector 62">
              <a:extLst>
                <a:ext uri="{FF2B5EF4-FFF2-40B4-BE49-F238E27FC236}">
                  <a16:creationId xmlns:a16="http://schemas.microsoft.com/office/drawing/2014/main" id="{94A24787-2F74-FFF1-B21A-533EACC1BA8C}"/>
                </a:ext>
              </a:extLst>
            </p:cNvPr>
            <p:cNvCxnSpPr/>
            <p:nvPr/>
          </p:nvCxnSpPr>
          <p:spPr>
            <a:xfrm flipV="1">
              <a:off x="3221405" y="4608238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4" name="Straight Arrow Connector 63">
              <a:extLst>
                <a:ext uri="{FF2B5EF4-FFF2-40B4-BE49-F238E27FC236}">
                  <a16:creationId xmlns:a16="http://schemas.microsoft.com/office/drawing/2014/main" id="{5F2D265D-7379-D13D-AAC7-81F9DE42BCD6}"/>
                </a:ext>
              </a:extLst>
            </p:cNvPr>
            <p:cNvCxnSpPr/>
            <p:nvPr/>
          </p:nvCxnSpPr>
          <p:spPr>
            <a:xfrm flipV="1">
              <a:off x="3228981" y="4098930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5" name="Straight Arrow Connector 64">
              <a:extLst>
                <a:ext uri="{FF2B5EF4-FFF2-40B4-BE49-F238E27FC236}">
                  <a16:creationId xmlns:a16="http://schemas.microsoft.com/office/drawing/2014/main" id="{142F1BD2-B1D8-0229-4503-B50013C1906E}"/>
                </a:ext>
              </a:extLst>
            </p:cNvPr>
            <p:cNvCxnSpPr/>
            <p:nvPr/>
          </p:nvCxnSpPr>
          <p:spPr>
            <a:xfrm flipV="1">
              <a:off x="3228981" y="5128818"/>
              <a:ext cx="220600" cy="2596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66" name="Straight Arrow Connector 65">
              <a:extLst>
                <a:ext uri="{FF2B5EF4-FFF2-40B4-BE49-F238E27FC236}">
                  <a16:creationId xmlns:a16="http://schemas.microsoft.com/office/drawing/2014/main" id="{27556CAD-386D-17F0-B38F-3EC7679AB011}"/>
                </a:ext>
              </a:extLst>
            </p:cNvPr>
            <p:cNvCxnSpPr>
              <a:endCxn id="51" idx="2"/>
            </p:cNvCxnSpPr>
            <p:nvPr/>
          </p:nvCxnSpPr>
          <p:spPr>
            <a:xfrm flipV="1">
              <a:off x="4546414" y="4587298"/>
              <a:ext cx="506718" cy="0"/>
            </a:xfrm>
            <a:prstGeom prst="straightConnector1">
              <a:avLst/>
            </a:prstGeom>
            <a:ln w="127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3" name="TextBox 12">
            <a:extLst>
              <a:ext uri="{FF2B5EF4-FFF2-40B4-BE49-F238E27FC236}">
                <a16:creationId xmlns:a16="http://schemas.microsoft.com/office/drawing/2014/main" id="{CFC10A20-2744-2958-DA26-0C9164BD8ECB}"/>
              </a:ext>
            </a:extLst>
          </p:cNvPr>
          <p:cNvSpPr txBox="1"/>
          <p:nvPr/>
        </p:nvSpPr>
        <p:spPr>
          <a:xfrm>
            <a:off x="8468606" y="4277068"/>
            <a:ext cx="108151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Processor 1</a:t>
            </a:r>
          </a:p>
        </p:txBody>
      </p:sp>
      <p:sp>
        <p:nvSpPr>
          <p:cNvPr id="69" name="Rectangle 68">
            <a:extLst>
              <a:ext uri="{FF2B5EF4-FFF2-40B4-BE49-F238E27FC236}">
                <a16:creationId xmlns:a16="http://schemas.microsoft.com/office/drawing/2014/main" id="{672C7171-E975-45C5-A2A0-E01BB2E89864}"/>
              </a:ext>
            </a:extLst>
          </p:cNvPr>
          <p:cNvSpPr/>
          <p:nvPr/>
        </p:nvSpPr>
        <p:spPr>
          <a:xfrm>
            <a:off x="2707125" y="5200770"/>
            <a:ext cx="7603725" cy="126013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CC102AC7-E4AE-458D-BDEE-AEE2C44C442C}"/>
              </a:ext>
            </a:extLst>
          </p:cNvPr>
          <p:cNvSpPr/>
          <p:nvPr/>
        </p:nvSpPr>
        <p:spPr>
          <a:xfrm>
            <a:off x="2717769" y="3777642"/>
            <a:ext cx="7593080" cy="1260135"/>
          </a:xfrm>
          <a:prstGeom prst="rect">
            <a:avLst/>
          </a:prstGeom>
          <a:noFill/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nl-NL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FA274458-6386-2006-A040-478434F41C6E}"/>
              </a:ext>
            </a:extLst>
          </p:cNvPr>
          <p:cNvSpPr txBox="1"/>
          <p:nvPr/>
        </p:nvSpPr>
        <p:spPr>
          <a:xfrm>
            <a:off x="8504051" y="5733304"/>
            <a:ext cx="1081515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Processor 2</a:t>
            </a:r>
          </a:p>
        </p:txBody>
      </p: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C02B501D-119F-900E-41AD-44561A6858FB}"/>
              </a:ext>
            </a:extLst>
          </p:cNvPr>
          <p:cNvCxnSpPr>
            <a:cxnSpLocks/>
            <a:endCxn id="14" idx="1"/>
          </p:cNvCxnSpPr>
          <p:nvPr/>
        </p:nvCxnSpPr>
        <p:spPr>
          <a:xfrm flipV="1">
            <a:off x="1906026" y="4419285"/>
            <a:ext cx="777688" cy="134782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086D5FAF-004C-BF4F-705B-A05E05EE2929}"/>
              </a:ext>
            </a:extLst>
          </p:cNvPr>
          <p:cNvCxnSpPr>
            <a:cxnSpLocks/>
            <a:endCxn id="69" idx="1"/>
          </p:cNvCxnSpPr>
          <p:nvPr/>
        </p:nvCxnSpPr>
        <p:spPr>
          <a:xfrm>
            <a:off x="2021701" y="5098853"/>
            <a:ext cx="685424" cy="731985"/>
          </a:xfrm>
          <a:prstGeom prst="straightConnector1">
            <a:avLst/>
          </a:prstGeom>
          <a:ln w="127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" name="Picture 2" descr="Afbeeldingsresultaat voor cats and dogs">
            <a:extLst>
              <a:ext uri="{FF2B5EF4-FFF2-40B4-BE49-F238E27FC236}">
                <a16:creationId xmlns:a16="http://schemas.microsoft.com/office/drawing/2014/main" id="{F984AFA3-9CD7-EBA0-F371-C25477B4B6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789513" y="4519920"/>
            <a:ext cx="1320391" cy="8252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B0D75A-2F3D-FE18-435E-0D75A9B0A4E3}"/>
                  </a:ext>
                </a:extLst>
              </p:cNvPr>
              <p:cNvSpPr txBox="1"/>
              <p:nvPr/>
            </p:nvSpPr>
            <p:spPr>
              <a:xfrm>
                <a:off x="6812661" y="4234618"/>
                <a:ext cx="11163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𝛻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16B0D75A-2F3D-FE18-435E-0D75A9B0A4E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661" y="4234618"/>
                <a:ext cx="1116330" cy="369332"/>
              </a:xfrm>
              <a:prstGeom prst="rect">
                <a:avLst/>
              </a:prstGeom>
              <a:blipFill>
                <a:blip r:embed="rId8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4EE6F7B-69DD-5268-B81A-563CA6D4DD01}"/>
                  </a:ext>
                </a:extLst>
              </p:cNvPr>
              <p:cNvSpPr txBox="1"/>
              <p:nvPr/>
            </p:nvSpPr>
            <p:spPr>
              <a:xfrm>
                <a:off x="6812661" y="5662006"/>
                <a:ext cx="11163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𝛻</m:t>
                      </m:r>
                      <m:sSub>
                        <m:sSubPr>
                          <m:ctrlPr>
                            <a:rPr lang="en-US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m:rPr>
                              <m:sty m:val="p"/>
                            </m:rPr>
                            <a:rPr lang="en-US" b="0" i="0" smtClean="0">
                              <a:latin typeface="Cambria Math" panose="02040503050406030204" pitchFamily="18" charset="0"/>
                            </a:rPr>
                            <m:t>Q</m:t>
                          </m:r>
                        </m:e>
                        <m:sub>
                          <m:r>
                            <a:rPr lang="en-US" b="0" i="0" smtClean="0">
                              <a:latin typeface="Cambria Math" panose="02040503050406030204" pitchFamily="18" charset="0"/>
                            </a:rPr>
                            <m:t>2</m:t>
                          </m:r>
                        </m:sub>
                      </m:sSub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b="0" i="0" smtClean="0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 b="0" i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NL" dirty="0"/>
              </a:p>
            </p:txBody>
          </p:sp>
        </mc:Choice>
        <mc:Fallback xmlns="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54EE6F7B-69DD-5268-B81A-563CA6D4DD0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812661" y="5662006"/>
                <a:ext cx="1116330" cy="369332"/>
              </a:xfrm>
              <a:prstGeom prst="rect">
                <a:avLst/>
              </a:prstGeom>
              <a:blipFill>
                <a:blip r:embed="rId9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01A05E-5DD5-4927-A419-9CC8A0EFBB25}"/>
                  </a:ext>
                </a:extLst>
              </p:cNvPr>
              <p:cNvSpPr txBox="1"/>
              <p:nvPr/>
            </p:nvSpPr>
            <p:spPr>
              <a:xfrm>
                <a:off x="2683714" y="4101409"/>
                <a:ext cx="2562391" cy="635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Q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𝛻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sty m:val="p"/>
                            </m:rPr>
                            <a:rPr lang="en-US" baseline="-25000">
                              <a:latin typeface="Cambria Math" panose="02040503050406030204" pitchFamily="18" charset="0"/>
                            </a:rPr>
                            <m:t>j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14" name="TextBox 13">
                <a:extLst>
                  <a:ext uri="{FF2B5EF4-FFF2-40B4-BE49-F238E27FC236}">
                    <a16:creationId xmlns:a16="http://schemas.microsoft.com/office/drawing/2014/main" id="{4E01A05E-5DD5-4927-A419-9CC8A0EFBB2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714" y="4101409"/>
                <a:ext cx="2562391" cy="635751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1B85890-BE28-EDA1-93C6-2FF52170CF32}"/>
                  </a:ext>
                </a:extLst>
              </p:cNvPr>
              <p:cNvSpPr txBox="1"/>
              <p:nvPr/>
            </p:nvSpPr>
            <p:spPr>
              <a:xfrm>
                <a:off x="2683714" y="5528797"/>
                <a:ext cx="2562391" cy="63575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𝛻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Q</m:t>
                      </m:r>
                      <m:d>
                        <m:dPr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w</m:t>
                          </m:r>
                        </m:e>
                      </m:d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nary>
                        <m:naryPr>
                          <m:chr m:val="∑"/>
                          <m:limLoc m:val="subSup"/>
                          <m:supHide m:val="on"/>
                          <m:ctrlPr>
                            <a:rPr lang="en-US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9"/>
                            </m:rPr>
                            <a:rPr lang="en-US" i="1">
                              <a:latin typeface="Cambria Math" panose="02040503050406030204" pitchFamily="18" charset="0"/>
                            </a:rPr>
                            <m:t>𝑗</m:t>
                          </m:r>
                        </m:sub>
                        <m:sup/>
                        <m:e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𝛻</m:t>
                          </m:r>
                          <m:r>
                            <m:rPr>
                              <m:sty m:val="p"/>
                            </m:rPr>
                            <a:rPr lang="en-US">
                              <a:latin typeface="Cambria Math" panose="02040503050406030204" pitchFamily="18" charset="0"/>
                            </a:rPr>
                            <m:t>Q</m:t>
                          </m:r>
                          <m:r>
                            <m:rPr>
                              <m:sty m:val="p"/>
                            </m:rPr>
                            <a:rPr lang="en-US" baseline="-25000">
                              <a:latin typeface="Cambria Math" panose="02040503050406030204" pitchFamily="18" charset="0"/>
                            </a:rPr>
                            <m:t>j</m:t>
                          </m:r>
                          <m:d>
                            <m:dPr>
                              <m:ctrlPr>
                                <a:rPr lang="en-US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m:rPr>
                                  <m:sty m:val="p"/>
                                </m:rPr>
                                <a:rPr lang="en-US">
                                  <a:latin typeface="Cambria Math" panose="02040503050406030204" pitchFamily="18" charset="0"/>
                                </a:rPr>
                                <m:t>w</m:t>
                              </m:r>
                            </m:e>
                          </m:d>
                        </m:e>
                      </m:nary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2" name="TextBox 41">
                <a:extLst>
                  <a:ext uri="{FF2B5EF4-FFF2-40B4-BE49-F238E27FC236}">
                    <a16:creationId xmlns:a16="http://schemas.microsoft.com/office/drawing/2014/main" id="{01B85890-BE28-EDA1-93C6-2FF52170CF3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683714" y="5528797"/>
                <a:ext cx="2562391" cy="63575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04624FC-FB15-A7E4-68C6-410E4C492A45}"/>
                  </a:ext>
                </a:extLst>
              </p:cNvPr>
              <p:cNvSpPr txBox="1"/>
              <p:nvPr/>
            </p:nvSpPr>
            <p:spPr>
              <a:xfrm>
                <a:off x="2946890" y="4234618"/>
                <a:ext cx="22359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𝜂𝛻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43" name="TextBox 42">
                <a:extLst>
                  <a:ext uri="{FF2B5EF4-FFF2-40B4-BE49-F238E27FC236}">
                    <a16:creationId xmlns:a16="http://schemas.microsoft.com/office/drawing/2014/main" id="{C04624FC-FB15-A7E4-68C6-410E4C492A4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890" y="4234618"/>
                <a:ext cx="2235994" cy="369332"/>
              </a:xfrm>
              <a:prstGeom prst="rect">
                <a:avLst/>
              </a:prstGeom>
              <a:blipFill>
                <a:blip r:embed="rId12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3C53B4E-BD43-F77D-A702-683AD62C07AA}"/>
                  </a:ext>
                </a:extLst>
              </p:cNvPr>
              <p:cNvSpPr txBox="1"/>
              <p:nvPr/>
            </p:nvSpPr>
            <p:spPr>
              <a:xfrm>
                <a:off x="2946890" y="5662006"/>
                <a:ext cx="2235994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𝑤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−</m:t>
                      </m:r>
                      <m:r>
                        <a:rPr lang="en-US" i="1" smtClean="0">
                          <a:latin typeface="Cambria Math" panose="02040503050406030204" pitchFamily="18" charset="0"/>
                        </a:rPr>
                        <m:t>𝜂𝛻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Q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>
                          <a:latin typeface="Cambria Math" panose="02040503050406030204" pitchFamily="18" charset="0"/>
                        </a:rPr>
                        <m:t>w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03C53B4E-BD43-F77D-A702-683AD62C07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46890" y="5662006"/>
                <a:ext cx="2235994" cy="369332"/>
              </a:xfrm>
              <a:prstGeom prst="rect">
                <a:avLst/>
              </a:prstGeom>
              <a:blipFill>
                <a:blip r:embed="rId13"/>
                <a:stretch>
                  <a:fillRect b="-13333"/>
                </a:stretch>
              </a:blipFill>
            </p:spPr>
            <p:txBody>
              <a:bodyPr/>
              <a:lstStyle/>
              <a:p>
                <a:r>
                  <a:rPr lang="en-NL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68" name="TextBox 67">
            <a:extLst>
              <a:ext uri="{FF2B5EF4-FFF2-40B4-BE49-F238E27FC236}">
                <a16:creationId xmlns:a16="http://schemas.microsoft.com/office/drawing/2014/main" id="{46879C73-DB43-76BB-1F55-01F70D20ECC8}"/>
              </a:ext>
            </a:extLst>
          </p:cNvPr>
          <p:cNvSpPr txBox="1"/>
          <p:nvPr/>
        </p:nvSpPr>
        <p:spPr>
          <a:xfrm>
            <a:off x="8103540" y="1184584"/>
            <a:ext cx="3539522" cy="553998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en-US" dirty="0"/>
              <a:t>NB: model is still </a:t>
            </a:r>
            <a:r>
              <a:rPr lang="en-US" u="sng" dirty="0"/>
              <a:t>identical</a:t>
            </a:r>
            <a:r>
              <a:rPr lang="en-US" dirty="0"/>
              <a:t>, since initial model </a:t>
            </a:r>
            <a:r>
              <a:rPr lang="en-US" i="1" dirty="0"/>
              <a:t>and</a:t>
            </a:r>
            <a:r>
              <a:rPr lang="en-US" dirty="0"/>
              <a:t> update were identical!</a:t>
            </a:r>
            <a:endParaRPr lang="en-NL" dirty="0" err="1"/>
          </a:p>
        </p:txBody>
      </p:sp>
    </p:spTree>
    <p:extLst>
      <p:ext uri="{BB962C8B-B14F-4D97-AF65-F5344CB8AC3E}">
        <p14:creationId xmlns:p14="http://schemas.microsoft.com/office/powerpoint/2010/main" val="16388201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8.33333E-7 -4.07407E-6 L 0.23659 -0.05486 " pathEditMode="relative" rAng="0" ptsTypes="AA">
                                      <p:cBhvr>
                                        <p:cTn id="8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1823" y="-2755"/>
                                    </p:animMotion>
                                  </p:childTnLst>
                                </p:cTn>
                              </p:par>
                              <p:par>
                                <p:cTn id="9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0833E-6 -1.11111E-6 L 0.21536 0.13635 " pathEditMode="relative" rAng="0" ptsTypes="AA">
                                      <p:cBhvr>
                                        <p:cTn id="10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0690" y="68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42" presetClass="path" presetSubtype="0" accel="50000" decel="50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3659 -0.05486 L 0.50456 -0.05486 " pathEditMode="relative" rAng="0" ptsTypes="AA">
                                      <p:cBhvr>
                                        <p:cTn id="22" dur="2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398" y="0"/>
                                    </p:animMotion>
                                  </p:childTnLst>
                                </p:cTn>
                              </p:par>
                              <p:par>
                                <p:cTn id="23" presetID="42" presetClass="path" presetSubtype="0" accel="50000" decel="50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21536 0.13635 L 0.48672 0.13565 " pathEditMode="relative" rAng="0" ptsTypes="AA">
                                      <p:cBhvr>
                                        <p:cTn id="24" dur="2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3568" y="-46"/>
                                    </p:animMotion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0" dur="2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  <p:par>
                                <p:cTn id="41" presetID="35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 0 L -0.25 0 E" pathEditMode="relative" ptsTypes="">
                                      <p:cBhvr>
                                        <p:cTn id="42" dur="2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xit" presetSubtype="0" fill="hold" grpId="2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0" grpId="1"/>
      <p:bldP spid="10" grpId="2"/>
      <p:bldP spid="12" grpId="0"/>
      <p:bldP spid="12" grpId="1"/>
      <p:bldP spid="12" grpId="2"/>
      <p:bldP spid="14" grpId="0"/>
      <p:bldP spid="14" grpId="1"/>
      <p:bldP spid="42" grpId="0"/>
      <p:bldP spid="42" grpId="1"/>
      <p:bldP spid="43" grpId="0"/>
      <p:bldP spid="67" grpId="0"/>
      <p:bldP spid="68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Distributed Data Parallel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A different view…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14</a:t>
            </a:fld>
            <a:endParaRPr lang="nl-NL"/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5B0ACBC3-552F-C04E-A665-8C111CD1567A}"/>
              </a:ext>
            </a:extLst>
          </p:cNvPr>
          <p:cNvSpPr txBox="1"/>
          <p:nvPr/>
        </p:nvSpPr>
        <p:spPr>
          <a:xfrm>
            <a:off x="804481" y="2929220"/>
            <a:ext cx="1044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Worker 1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3B1A5C3A-FA45-5C46-9BD0-77CCCB9532D1}"/>
              </a:ext>
            </a:extLst>
          </p:cNvPr>
          <p:cNvSpPr txBox="1"/>
          <p:nvPr/>
        </p:nvSpPr>
        <p:spPr>
          <a:xfrm>
            <a:off x="804481" y="4771953"/>
            <a:ext cx="10443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Worker 2</a:t>
            </a:r>
          </a:p>
        </p:txBody>
      </p: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10509458-039A-E54D-BAFE-2B73F28008E8}"/>
              </a:ext>
            </a:extLst>
          </p:cNvPr>
          <p:cNvCxnSpPr/>
          <p:nvPr/>
        </p:nvCxnSpPr>
        <p:spPr>
          <a:xfrm>
            <a:off x="927144" y="2363533"/>
            <a:ext cx="335651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TextBox 40">
            <a:extLst>
              <a:ext uri="{FF2B5EF4-FFF2-40B4-BE49-F238E27FC236}">
                <a16:creationId xmlns:a16="http://schemas.microsoft.com/office/drawing/2014/main" id="{82EC0C53-9946-6D42-AA53-81E7E1585209}"/>
              </a:ext>
            </a:extLst>
          </p:cNvPr>
          <p:cNvSpPr txBox="1"/>
          <p:nvPr/>
        </p:nvSpPr>
        <p:spPr>
          <a:xfrm>
            <a:off x="1005203" y="1971899"/>
            <a:ext cx="64953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dirty="0"/>
              <a:t>Time</a:t>
            </a:r>
          </a:p>
        </p:txBody>
      </p:sp>
      <p:sp>
        <p:nvSpPr>
          <p:cNvPr id="42" name="Freeform 41">
            <a:extLst>
              <a:ext uri="{FF2B5EF4-FFF2-40B4-BE49-F238E27FC236}">
                <a16:creationId xmlns:a16="http://schemas.microsoft.com/office/drawing/2014/main" id="{68A47D34-EBDA-C74D-A8FC-F91BE17E30A6}"/>
              </a:ext>
            </a:extLst>
          </p:cNvPr>
          <p:cNvSpPr/>
          <p:nvPr/>
        </p:nvSpPr>
        <p:spPr>
          <a:xfrm>
            <a:off x="1517111" y="3575989"/>
            <a:ext cx="4525779" cy="568795"/>
          </a:xfrm>
          <a:custGeom>
            <a:avLst/>
            <a:gdLst>
              <a:gd name="connsiteX0" fmla="*/ 7777750 w 8112750"/>
              <a:gd name="connsiteY0" fmla="*/ 0 h 723206"/>
              <a:gd name="connsiteX1" fmla="*/ 8101135 w 8112750"/>
              <a:gd name="connsiteY1" fmla="*/ 289932 h 723206"/>
              <a:gd name="connsiteX2" fmla="*/ 7409760 w 8112750"/>
              <a:gd name="connsiteY2" fmla="*/ 557561 h 723206"/>
              <a:gd name="connsiteX3" fmla="*/ 4521594 w 8112750"/>
              <a:gd name="connsiteY3" fmla="*/ 713678 h 723206"/>
              <a:gd name="connsiteX4" fmla="*/ 362189 w 8112750"/>
              <a:gd name="connsiteY4" fmla="*/ 635620 h 723206"/>
              <a:gd name="connsiteX5" fmla="*/ 484853 w 8112750"/>
              <a:gd name="connsiteY5" fmla="*/ 66907 h 723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12750" h="723206">
                <a:moveTo>
                  <a:pt x="7777750" y="0"/>
                </a:moveTo>
                <a:cubicBezTo>
                  <a:pt x="7970108" y="98502"/>
                  <a:pt x="8162467" y="197005"/>
                  <a:pt x="8101135" y="289932"/>
                </a:cubicBezTo>
                <a:cubicBezTo>
                  <a:pt x="8039803" y="382859"/>
                  <a:pt x="8006350" y="486937"/>
                  <a:pt x="7409760" y="557561"/>
                </a:cubicBezTo>
                <a:cubicBezTo>
                  <a:pt x="6813170" y="628185"/>
                  <a:pt x="4521594" y="713678"/>
                  <a:pt x="4521594" y="713678"/>
                </a:cubicBezTo>
                <a:cubicBezTo>
                  <a:pt x="3346999" y="726688"/>
                  <a:pt x="1034979" y="743415"/>
                  <a:pt x="362189" y="635620"/>
                </a:cubicBezTo>
                <a:cubicBezTo>
                  <a:pt x="-310601" y="527825"/>
                  <a:pt x="87126" y="297366"/>
                  <a:pt x="484853" y="66907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9B247C10-3A00-5640-963D-7CAC282C89D5}"/>
              </a:ext>
            </a:extLst>
          </p:cNvPr>
          <p:cNvCxnSpPr/>
          <p:nvPr/>
        </p:nvCxnSpPr>
        <p:spPr>
          <a:xfrm>
            <a:off x="5752116" y="2564849"/>
            <a:ext cx="0" cy="2915461"/>
          </a:xfrm>
          <a:prstGeom prst="line">
            <a:avLst/>
          </a:prstGeom>
          <a:ln w="31750"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TextBox 43">
            <a:extLst>
              <a:ext uri="{FF2B5EF4-FFF2-40B4-BE49-F238E27FC236}">
                <a16:creationId xmlns:a16="http://schemas.microsoft.com/office/drawing/2014/main" id="{765F0968-DDB9-8248-AE3D-FC9560638426}"/>
              </a:ext>
            </a:extLst>
          </p:cNvPr>
          <p:cNvSpPr txBox="1"/>
          <p:nvPr/>
        </p:nvSpPr>
        <p:spPr>
          <a:xfrm>
            <a:off x="4914226" y="1857886"/>
            <a:ext cx="16757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nl-NL" dirty="0"/>
              <a:t>Synchronization</a:t>
            </a:r>
          </a:p>
          <a:p>
            <a:pPr algn="ctr"/>
            <a:r>
              <a:rPr lang="nl-NL" dirty="0"/>
              <a:t>barrier</a:t>
            </a:r>
          </a:p>
        </p:txBody>
      </p:sp>
      <p:sp>
        <p:nvSpPr>
          <p:cNvPr id="45" name="Rectangle 44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6884000" y="4246065"/>
            <a:ext cx="454410" cy="420537"/>
          </a:xfrm>
          <a:prstGeom prst="rect">
            <a:avLst/>
          </a:prstGeom>
          <a:solidFill>
            <a:srgbClr val="0070C0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46" name="TextBox 45"/>
          <p:cNvSpPr txBox="1"/>
          <p:nvPr/>
        </p:nvSpPr>
        <p:spPr>
          <a:xfrm>
            <a:off x="7530645" y="4311859"/>
            <a:ext cx="12902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/>
              <a:t>Forward pass</a:t>
            </a:r>
          </a:p>
        </p:txBody>
      </p:sp>
      <p:sp>
        <p:nvSpPr>
          <p:cNvPr id="47" name="Rectangle 46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6884000" y="4830767"/>
            <a:ext cx="454410" cy="42053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530645" y="4765937"/>
            <a:ext cx="25151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/>
              <a:t>Backward pass, </a:t>
            </a:r>
          </a:p>
          <a:p>
            <a:r>
              <a:rPr lang="nl-NL" sz="1600" dirty="0" err="1"/>
              <a:t>compute</a:t>
            </a:r>
            <a:r>
              <a:rPr lang="nl-NL" sz="1600" dirty="0"/>
              <a:t> </a:t>
            </a:r>
            <a:r>
              <a:rPr lang="nl-NL" sz="1600" dirty="0" err="1"/>
              <a:t>gradient</a:t>
            </a:r>
            <a:r>
              <a:rPr lang="nl-NL" sz="1600" dirty="0"/>
              <a:t> of </a:t>
            </a:r>
            <a:r>
              <a:rPr lang="nl-NL" sz="1600" dirty="0" err="1"/>
              <a:t>layer</a:t>
            </a:r>
            <a:r>
              <a:rPr lang="nl-NL" sz="1600" dirty="0"/>
              <a:t> N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6884000" y="5480310"/>
            <a:ext cx="454410" cy="408258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534922" y="5380237"/>
            <a:ext cx="223561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/>
              <a:t>Backward pass, </a:t>
            </a:r>
          </a:p>
          <a:p>
            <a:r>
              <a:rPr lang="nl-NL" sz="1600" dirty="0" err="1"/>
              <a:t>communicate</a:t>
            </a:r>
            <a:r>
              <a:rPr lang="nl-NL" sz="1600" dirty="0"/>
              <a:t> </a:t>
            </a:r>
            <a:r>
              <a:rPr lang="nl-NL" sz="1600" dirty="0" err="1"/>
              <a:t>gradient</a:t>
            </a:r>
            <a:r>
              <a:rPr lang="nl-NL" sz="1600" dirty="0"/>
              <a:t> N</a:t>
            </a:r>
          </a:p>
        </p:txBody>
      </p:sp>
      <p:sp>
        <p:nvSpPr>
          <p:cNvPr id="51" name="Rectangle 50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2097790" y="2914312"/>
            <a:ext cx="921554" cy="420537"/>
          </a:xfrm>
          <a:prstGeom prst="rect">
            <a:avLst/>
          </a:prstGeom>
          <a:solidFill>
            <a:srgbClr val="0070C0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52" name="Rectangle 51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3019344" y="2914312"/>
            <a:ext cx="454410" cy="42053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3484843" y="3346994"/>
            <a:ext cx="454410" cy="420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3482513" y="2914312"/>
            <a:ext cx="527190" cy="42639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N-1</a:t>
            </a:r>
          </a:p>
        </p:txBody>
      </p:sp>
      <p:sp>
        <p:nvSpPr>
          <p:cNvPr id="55" name="Rectangle 54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4012814" y="2914312"/>
            <a:ext cx="527190" cy="42639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…</a:t>
            </a:r>
          </a:p>
        </p:txBody>
      </p:sp>
      <p:sp>
        <p:nvSpPr>
          <p:cNvPr id="56" name="Rectangle 55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4548392" y="2914312"/>
            <a:ext cx="527190" cy="418433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1</a:t>
            </a:r>
          </a:p>
        </p:txBody>
      </p:sp>
      <p:sp>
        <p:nvSpPr>
          <p:cNvPr id="57" name="Rectangle 56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3954260" y="3346994"/>
            <a:ext cx="585744" cy="420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N-1</a:t>
            </a:r>
          </a:p>
        </p:txBody>
      </p:sp>
      <p:sp>
        <p:nvSpPr>
          <p:cNvPr id="58" name="Rectangle 57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4549180" y="3346994"/>
            <a:ext cx="585744" cy="420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…</a:t>
            </a:r>
          </a:p>
        </p:txBody>
      </p:sp>
      <p:sp>
        <p:nvSpPr>
          <p:cNvPr id="59" name="Rectangle 58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5134924" y="3346994"/>
            <a:ext cx="585744" cy="420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1</a:t>
            </a:r>
          </a:p>
        </p:txBody>
      </p:sp>
      <p:sp>
        <p:nvSpPr>
          <p:cNvPr id="60" name="Rectangle 59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2097790" y="4756476"/>
            <a:ext cx="765692" cy="420537"/>
          </a:xfrm>
          <a:prstGeom prst="rect">
            <a:avLst/>
          </a:prstGeom>
          <a:solidFill>
            <a:srgbClr val="0070C0"/>
          </a:solidFill>
          <a:ln>
            <a:solidFill>
              <a:schemeClr val="accent3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61" name="Rectangle 60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2865439" y="4756476"/>
            <a:ext cx="454410" cy="420537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</a:t>
            </a:r>
          </a:p>
        </p:txBody>
      </p:sp>
      <p:sp>
        <p:nvSpPr>
          <p:cNvPr id="62" name="Rectangle 61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3319849" y="4329450"/>
            <a:ext cx="619404" cy="420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</a:t>
            </a:r>
          </a:p>
        </p:txBody>
      </p:sp>
      <p:sp>
        <p:nvSpPr>
          <p:cNvPr id="63" name="Rectangle 62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3328610" y="4756476"/>
            <a:ext cx="527190" cy="42639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N-1</a:t>
            </a:r>
          </a:p>
        </p:txBody>
      </p:sp>
      <p:sp>
        <p:nvSpPr>
          <p:cNvPr id="64" name="Rectangle 63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3867966" y="4756476"/>
            <a:ext cx="536606" cy="42639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…</a:t>
            </a:r>
          </a:p>
        </p:txBody>
      </p:sp>
      <p:sp>
        <p:nvSpPr>
          <p:cNvPr id="65" name="Rectangle 64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4404572" y="4756476"/>
            <a:ext cx="571261" cy="426392"/>
          </a:xfrm>
          <a:prstGeom prst="rect">
            <a:avLst/>
          </a:prstGeom>
          <a:solidFill>
            <a:schemeClr val="accent4">
              <a:lumMod val="75000"/>
            </a:schemeClr>
          </a:solidFill>
          <a:ln>
            <a:solidFill>
              <a:schemeClr val="accent4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1</a:t>
            </a:r>
          </a:p>
        </p:txBody>
      </p:sp>
      <p:sp>
        <p:nvSpPr>
          <p:cNvPr id="66" name="Rectangle 65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3855800" y="4329450"/>
            <a:ext cx="548772" cy="420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N-1</a:t>
            </a:r>
          </a:p>
        </p:txBody>
      </p:sp>
      <p:sp>
        <p:nvSpPr>
          <p:cNvPr id="67" name="Rectangle 66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4404572" y="4329450"/>
            <a:ext cx="439579" cy="420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…</a:t>
            </a:r>
          </a:p>
        </p:txBody>
      </p:sp>
      <p:sp>
        <p:nvSpPr>
          <p:cNvPr id="68" name="Rectangle 67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4844152" y="4329450"/>
            <a:ext cx="576686" cy="420537"/>
          </a:xfrm>
          <a:prstGeom prst="rect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nl-NL" dirty="0"/>
              <a:t>1</a:t>
            </a:r>
          </a:p>
        </p:txBody>
      </p:sp>
      <p:sp>
        <p:nvSpPr>
          <p:cNvPr id="69" name="Freeform 68">
            <a:extLst>
              <a:ext uri="{FF2B5EF4-FFF2-40B4-BE49-F238E27FC236}">
                <a16:creationId xmlns:a16="http://schemas.microsoft.com/office/drawing/2014/main" id="{68A47D34-EBDA-C74D-A8FC-F91BE17E30A6}"/>
              </a:ext>
            </a:extLst>
          </p:cNvPr>
          <p:cNvSpPr/>
          <p:nvPr/>
        </p:nvSpPr>
        <p:spPr>
          <a:xfrm>
            <a:off x="1592910" y="5418940"/>
            <a:ext cx="4525779" cy="568795"/>
          </a:xfrm>
          <a:custGeom>
            <a:avLst/>
            <a:gdLst>
              <a:gd name="connsiteX0" fmla="*/ 7777750 w 8112750"/>
              <a:gd name="connsiteY0" fmla="*/ 0 h 723206"/>
              <a:gd name="connsiteX1" fmla="*/ 8101135 w 8112750"/>
              <a:gd name="connsiteY1" fmla="*/ 289932 h 723206"/>
              <a:gd name="connsiteX2" fmla="*/ 7409760 w 8112750"/>
              <a:gd name="connsiteY2" fmla="*/ 557561 h 723206"/>
              <a:gd name="connsiteX3" fmla="*/ 4521594 w 8112750"/>
              <a:gd name="connsiteY3" fmla="*/ 713678 h 723206"/>
              <a:gd name="connsiteX4" fmla="*/ 362189 w 8112750"/>
              <a:gd name="connsiteY4" fmla="*/ 635620 h 723206"/>
              <a:gd name="connsiteX5" fmla="*/ 484853 w 8112750"/>
              <a:gd name="connsiteY5" fmla="*/ 66907 h 72320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8112750" h="723206">
                <a:moveTo>
                  <a:pt x="7777750" y="0"/>
                </a:moveTo>
                <a:cubicBezTo>
                  <a:pt x="7970108" y="98502"/>
                  <a:pt x="8162467" y="197005"/>
                  <a:pt x="8101135" y="289932"/>
                </a:cubicBezTo>
                <a:cubicBezTo>
                  <a:pt x="8039803" y="382859"/>
                  <a:pt x="8006350" y="486937"/>
                  <a:pt x="7409760" y="557561"/>
                </a:cubicBezTo>
                <a:cubicBezTo>
                  <a:pt x="6813170" y="628185"/>
                  <a:pt x="4521594" y="713678"/>
                  <a:pt x="4521594" y="713678"/>
                </a:cubicBezTo>
                <a:cubicBezTo>
                  <a:pt x="3346999" y="726688"/>
                  <a:pt x="1034979" y="743415"/>
                  <a:pt x="362189" y="635620"/>
                </a:cubicBezTo>
                <a:cubicBezTo>
                  <a:pt x="-310601" y="527825"/>
                  <a:pt x="87126" y="297366"/>
                  <a:pt x="484853" y="66907"/>
                </a:cubicBezTo>
              </a:path>
            </a:pathLst>
          </a:custGeom>
          <a:noFill/>
          <a:ln>
            <a:tailEnd type="triangle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70" name="Rectangle 69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6884000" y="6039693"/>
            <a:ext cx="454410" cy="42053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71" name="TextBox 70"/>
          <p:cNvSpPr txBox="1"/>
          <p:nvPr/>
        </p:nvSpPr>
        <p:spPr>
          <a:xfrm>
            <a:off x="7530645" y="6105487"/>
            <a:ext cx="57349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nl-NL" sz="1600" dirty="0" err="1"/>
              <a:t>Wait</a:t>
            </a:r>
            <a:endParaRPr lang="nl-NL" sz="1600" dirty="0"/>
          </a:p>
        </p:txBody>
      </p:sp>
      <p:sp>
        <p:nvSpPr>
          <p:cNvPr id="72" name="Rectangle 71">
            <a:extLst>
              <a:ext uri="{FF2B5EF4-FFF2-40B4-BE49-F238E27FC236}">
                <a16:creationId xmlns:a16="http://schemas.microsoft.com/office/drawing/2014/main" id="{908432CD-BC68-F246-8942-A884BAEA182C}"/>
              </a:ext>
            </a:extLst>
          </p:cNvPr>
          <p:cNvSpPr/>
          <p:nvPr/>
        </p:nvSpPr>
        <p:spPr>
          <a:xfrm>
            <a:off x="5420838" y="4329449"/>
            <a:ext cx="299830" cy="420537"/>
          </a:xfrm>
          <a:prstGeom prst="rect">
            <a:avLst/>
          </a:prstGeom>
          <a:solidFill>
            <a:schemeClr val="accent2">
              <a:lumMod val="75000"/>
            </a:schemeClr>
          </a:solidFill>
          <a:ln>
            <a:solidFill>
              <a:schemeClr val="accent2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 dirty="0"/>
          </a:p>
        </p:txBody>
      </p:sp>
      <p:sp>
        <p:nvSpPr>
          <p:cNvPr id="73" name="TextBox 72"/>
          <p:cNvSpPr txBox="1"/>
          <p:nvPr/>
        </p:nvSpPr>
        <p:spPr>
          <a:xfrm>
            <a:off x="6919913" y="242421"/>
            <a:ext cx="4693637" cy="166199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l-NL" dirty="0"/>
              <a:t>Pro tip:</a:t>
            </a:r>
          </a:p>
          <a:p>
            <a:pPr algn="l"/>
            <a:r>
              <a:rPr lang="nl-NL" dirty="0"/>
              <a:t>- Overlap </a:t>
            </a:r>
            <a:r>
              <a:rPr lang="nl-NL" dirty="0" err="1"/>
              <a:t>communication</a:t>
            </a:r>
            <a:r>
              <a:rPr lang="nl-NL" dirty="0"/>
              <a:t> </a:t>
            </a:r>
            <a:r>
              <a:rPr lang="nl-NL" dirty="0" err="1"/>
              <a:t>and</a:t>
            </a:r>
            <a:r>
              <a:rPr lang="nl-NL" dirty="0"/>
              <a:t> </a:t>
            </a:r>
            <a:r>
              <a:rPr lang="nl-NL" dirty="0" err="1"/>
              <a:t>computation</a:t>
            </a:r>
            <a:r>
              <a:rPr lang="nl-NL" dirty="0"/>
              <a:t> (</a:t>
            </a:r>
            <a:r>
              <a:rPr lang="nl-NL" dirty="0" err="1"/>
              <a:t>don’t</a:t>
            </a:r>
            <a:r>
              <a:rPr lang="nl-NL" dirty="0"/>
              <a:t> waste </a:t>
            </a:r>
            <a:r>
              <a:rPr lang="nl-NL" dirty="0" err="1"/>
              <a:t>compute</a:t>
            </a:r>
            <a:r>
              <a:rPr lang="nl-NL" dirty="0"/>
              <a:t> </a:t>
            </a:r>
            <a:r>
              <a:rPr lang="nl-NL" dirty="0" err="1"/>
              <a:t>cycles</a:t>
            </a:r>
            <a:r>
              <a:rPr lang="nl-NL" dirty="0"/>
              <a:t> </a:t>
            </a:r>
            <a:r>
              <a:rPr lang="nl-NL" dirty="0" err="1"/>
              <a:t>waiting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communication</a:t>
            </a:r>
            <a:r>
              <a:rPr lang="nl-NL" dirty="0"/>
              <a:t>!)</a:t>
            </a:r>
          </a:p>
          <a:p>
            <a:pPr algn="l"/>
            <a:r>
              <a:rPr lang="nl-NL" dirty="0"/>
              <a:t>- </a:t>
            </a:r>
            <a:r>
              <a:rPr lang="nl-NL" i="1" dirty="0"/>
              <a:t>Most </a:t>
            </a:r>
            <a:r>
              <a:rPr lang="nl-NL" dirty="0"/>
              <a:t>(</a:t>
            </a:r>
            <a:r>
              <a:rPr lang="nl-NL" dirty="0" err="1"/>
              <a:t>distributed</a:t>
            </a:r>
            <a:r>
              <a:rPr lang="nl-NL" dirty="0"/>
              <a:t>) DL </a:t>
            </a:r>
            <a:r>
              <a:rPr lang="nl-NL" dirty="0" err="1"/>
              <a:t>frameworks</a:t>
            </a:r>
            <a:r>
              <a:rPr lang="nl-NL" dirty="0"/>
              <a:t> </a:t>
            </a:r>
            <a:r>
              <a:rPr lang="nl-NL" dirty="0" err="1"/>
              <a:t>already</a:t>
            </a:r>
            <a:r>
              <a:rPr lang="nl-NL" dirty="0"/>
              <a:t> take care of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you</a:t>
            </a:r>
            <a:r>
              <a:rPr lang="nl-NL" dirty="0"/>
              <a:t> </a:t>
            </a:r>
            <a:r>
              <a:rPr lang="nl-NL" dirty="0">
                <a:sym typeface="Wingdings" panose="05000000000000000000" pitchFamily="2" charset="2"/>
              </a:rPr>
              <a:t> =&gt; </a:t>
            </a:r>
            <a:r>
              <a:rPr lang="nl-NL" dirty="0" err="1">
                <a:sym typeface="Wingdings" panose="05000000000000000000" pitchFamily="2" charset="2"/>
              </a:rPr>
              <a:t>so</a:t>
            </a:r>
            <a:r>
              <a:rPr lang="nl-NL" dirty="0">
                <a:sym typeface="Wingdings" panose="05000000000000000000" pitchFamily="2" charset="2"/>
              </a:rPr>
              <a:t> does </a:t>
            </a:r>
            <a:r>
              <a:rPr lang="nl-NL" dirty="0" err="1">
                <a:sym typeface="Wingdings" panose="05000000000000000000" pitchFamily="2" charset="2"/>
              </a:rPr>
              <a:t>PyTorch</a:t>
            </a:r>
            <a:r>
              <a:rPr lang="nl-NL" dirty="0">
                <a:sym typeface="Wingdings" panose="05000000000000000000" pitchFamily="2" charset="2"/>
              </a:rPr>
              <a:t> DDP!</a:t>
            </a:r>
            <a:endParaRPr lang="nl-NL" dirty="0"/>
          </a:p>
        </p:txBody>
      </p:sp>
      <p:cxnSp>
        <p:nvCxnSpPr>
          <p:cNvPr id="75" name="Straight Arrow Connector 74"/>
          <p:cNvCxnSpPr/>
          <p:nvPr/>
        </p:nvCxnSpPr>
        <p:spPr>
          <a:xfrm flipH="1">
            <a:off x="5134924" y="1937244"/>
            <a:ext cx="1704926" cy="13613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7" name="TextBox 76"/>
          <p:cNvSpPr txBox="1"/>
          <p:nvPr/>
        </p:nvSpPr>
        <p:spPr>
          <a:xfrm>
            <a:off x="6964229" y="2890485"/>
            <a:ext cx="3576853" cy="830997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pPr algn="l"/>
            <a:r>
              <a:rPr lang="nl-NL" dirty="0"/>
              <a:t>Pro tip 2:</a:t>
            </a:r>
          </a:p>
          <a:p>
            <a:pPr marL="285750" indent="-285750" algn="l">
              <a:buFontTx/>
              <a:buChar char="-"/>
            </a:pPr>
            <a:r>
              <a:rPr lang="nl-NL" dirty="0"/>
              <a:t>Make </a:t>
            </a:r>
            <a:r>
              <a:rPr lang="nl-NL" dirty="0" err="1"/>
              <a:t>sure</a:t>
            </a:r>
            <a:r>
              <a:rPr lang="nl-NL" dirty="0"/>
              <a:t> </a:t>
            </a:r>
            <a:r>
              <a:rPr lang="nl-NL" dirty="0" err="1"/>
              <a:t>all</a:t>
            </a:r>
            <a:r>
              <a:rPr lang="nl-NL" dirty="0"/>
              <a:t> </a:t>
            </a:r>
            <a:r>
              <a:rPr lang="nl-NL" dirty="0" err="1"/>
              <a:t>workers</a:t>
            </a:r>
            <a:r>
              <a:rPr lang="nl-NL" dirty="0"/>
              <a:t> are </a:t>
            </a:r>
            <a:r>
              <a:rPr lang="nl-NL" dirty="0" err="1"/>
              <a:t>equally</a:t>
            </a:r>
            <a:r>
              <a:rPr lang="nl-NL" dirty="0"/>
              <a:t> </a:t>
            </a:r>
            <a:r>
              <a:rPr lang="nl-NL" dirty="0" err="1"/>
              <a:t>fast</a:t>
            </a:r>
            <a:r>
              <a:rPr lang="nl-NL" dirty="0"/>
              <a:t>!</a:t>
            </a:r>
          </a:p>
        </p:txBody>
      </p:sp>
      <p:cxnSp>
        <p:nvCxnSpPr>
          <p:cNvPr id="78" name="Straight Arrow Connector 77"/>
          <p:cNvCxnSpPr/>
          <p:nvPr/>
        </p:nvCxnSpPr>
        <p:spPr>
          <a:xfrm flipH="1">
            <a:off x="5811458" y="3692849"/>
            <a:ext cx="1086879" cy="6179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816258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" grpId="0"/>
      <p:bldP spid="73" grpId="1"/>
      <p:bldP spid="77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How does </a:t>
            </a:r>
            <a:r>
              <a:rPr lang="nl-NL" dirty="0" err="1"/>
              <a:t>PyTorch</a:t>
            </a:r>
            <a:r>
              <a:rPr lang="nl-NL" dirty="0"/>
              <a:t> </a:t>
            </a:r>
            <a:r>
              <a:rPr lang="nl-NL" dirty="0" err="1"/>
              <a:t>aggregate</a:t>
            </a:r>
            <a:r>
              <a:rPr lang="nl-NL" dirty="0"/>
              <a:t> </a:t>
            </a:r>
            <a:r>
              <a:rPr lang="nl-NL" dirty="0" err="1"/>
              <a:t>gradients</a:t>
            </a:r>
            <a:r>
              <a:rPr lang="nl-NL" dirty="0"/>
              <a:t>?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</a:t>
            </a:r>
            <a:r>
              <a:rPr lang="en-US" dirty="0" err="1"/>
              <a:t>AllReduce</a:t>
            </a:r>
            <a:r>
              <a:rPr lang="en-US" dirty="0"/>
              <a:t> operation (with ‘sum’ as reduction operator) is defined as:</a:t>
            </a:r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endParaRPr lang="en-US" i="1" dirty="0"/>
          </a:p>
          <a:p>
            <a:pPr marL="0" indent="0">
              <a:buNone/>
            </a:pPr>
            <a:r>
              <a:rPr lang="en-US" dirty="0"/>
              <a:t>But this does not define how the operation should be implemented!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15</a:t>
            </a:fld>
            <a:endParaRPr lang="nl-NL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171339"/>
              </p:ext>
            </p:extLst>
          </p:nvPr>
        </p:nvGraphicFramePr>
        <p:xfrm>
          <a:off x="2293771" y="2484120"/>
          <a:ext cx="400259" cy="1889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B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15" name="Table 1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772971"/>
              </p:ext>
            </p:extLst>
          </p:nvPr>
        </p:nvGraphicFramePr>
        <p:xfrm>
          <a:off x="6437742" y="2484120"/>
          <a:ext cx="2068244" cy="1889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8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A+B+C+D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A+B+C+D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A+B+C+D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A+B+C+D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16" name="TextBox 15"/>
          <p:cNvSpPr txBox="1"/>
          <p:nvPr/>
        </p:nvSpPr>
        <p:spPr>
          <a:xfrm>
            <a:off x="5808047" y="2473848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808047" y="2924460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P1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808047" y="3375072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808047" y="3852148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P3</a:t>
            </a:r>
          </a:p>
        </p:txBody>
      </p:sp>
      <p:cxnSp>
        <p:nvCxnSpPr>
          <p:cNvPr id="20" name="Straight Arrow Connector 19"/>
          <p:cNvCxnSpPr>
            <a:cxnSpLocks/>
          </p:cNvCxnSpPr>
          <p:nvPr/>
        </p:nvCxnSpPr>
        <p:spPr>
          <a:xfrm>
            <a:off x="3536150" y="3396983"/>
            <a:ext cx="190459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/>
          <p:cNvSpPr txBox="1"/>
          <p:nvPr/>
        </p:nvSpPr>
        <p:spPr>
          <a:xfrm>
            <a:off x="3706529" y="2681939"/>
            <a:ext cx="1632306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 err="1"/>
              <a:t>AllReduce</a:t>
            </a:r>
            <a:endParaRPr lang="en-US" sz="28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96C50EC-375C-9BBB-3F66-8D1B4C3E3EC0}"/>
              </a:ext>
            </a:extLst>
          </p:cNvPr>
          <p:cNvSpPr txBox="1"/>
          <p:nvPr/>
        </p:nvSpPr>
        <p:spPr>
          <a:xfrm>
            <a:off x="1664076" y="2459571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P0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65E5EC9-5187-24BC-6C47-7729A31ED75F}"/>
              </a:ext>
            </a:extLst>
          </p:cNvPr>
          <p:cNvSpPr txBox="1"/>
          <p:nvPr/>
        </p:nvSpPr>
        <p:spPr>
          <a:xfrm>
            <a:off x="1664076" y="2910183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P1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0096859-B2BE-DABF-E825-903C02AEC0A1}"/>
              </a:ext>
            </a:extLst>
          </p:cNvPr>
          <p:cNvSpPr txBox="1"/>
          <p:nvPr/>
        </p:nvSpPr>
        <p:spPr>
          <a:xfrm>
            <a:off x="1664076" y="3360795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P2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8AE0CE3-540E-E9D0-2E49-74FE61248204}"/>
              </a:ext>
            </a:extLst>
          </p:cNvPr>
          <p:cNvSpPr txBox="1"/>
          <p:nvPr/>
        </p:nvSpPr>
        <p:spPr>
          <a:xfrm>
            <a:off x="1664076" y="3837871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P3</a:t>
            </a:r>
          </a:p>
        </p:txBody>
      </p:sp>
    </p:spTree>
    <p:extLst>
      <p:ext uri="{BB962C8B-B14F-4D97-AF65-F5344CB8AC3E}">
        <p14:creationId xmlns:p14="http://schemas.microsoft.com/office/powerpoint/2010/main" val="146993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9D1BB7-FB20-7441-B7DD-B342356ED5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An </a:t>
            </a:r>
            <a:r>
              <a:rPr lang="nl-NL" dirty="0" err="1"/>
              <a:t>AllReduce</a:t>
            </a:r>
            <a:r>
              <a:rPr lang="nl-NL" dirty="0"/>
              <a:t> </a:t>
            </a:r>
            <a:r>
              <a:rPr lang="nl-NL" dirty="0" err="1"/>
              <a:t>algorithm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01D17A-8471-C54C-BAB3-CE2F74484A8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Example: a (typically inefficient) </a:t>
            </a:r>
            <a:r>
              <a:rPr lang="en-US" dirty="0" err="1"/>
              <a:t>AllReduce</a:t>
            </a:r>
            <a:r>
              <a:rPr lang="en-US" dirty="0"/>
              <a:t> operation could implemented like this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721EB90-6063-084B-AEBB-B08C20B74B5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3574DB4-4BA2-7747-8C62-E3DFFBAEAE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16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27" name="Table 2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63934103"/>
              </p:ext>
            </p:extLst>
          </p:nvPr>
        </p:nvGraphicFramePr>
        <p:xfrm>
          <a:off x="4134564" y="2712720"/>
          <a:ext cx="1497204" cy="4724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4972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0804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A+B+C+D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8" name="TextBox 27"/>
          <p:cNvSpPr txBox="1"/>
          <p:nvPr/>
        </p:nvSpPr>
        <p:spPr>
          <a:xfrm>
            <a:off x="3454743" y="2726233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P0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cxnSp>
        <p:nvCxnSpPr>
          <p:cNvPr id="32" name="Straight Arrow Connector 31"/>
          <p:cNvCxnSpPr/>
          <p:nvPr/>
        </p:nvCxnSpPr>
        <p:spPr>
          <a:xfrm>
            <a:off x="1766436" y="2824753"/>
            <a:ext cx="14972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/>
          <p:cNvCxnSpPr/>
          <p:nvPr/>
        </p:nvCxnSpPr>
        <p:spPr>
          <a:xfrm flipV="1">
            <a:off x="1766436" y="3009706"/>
            <a:ext cx="1497204" cy="221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/>
          <p:cNvCxnSpPr>
            <a:cxnSpLocks/>
          </p:cNvCxnSpPr>
          <p:nvPr/>
        </p:nvCxnSpPr>
        <p:spPr>
          <a:xfrm flipV="1">
            <a:off x="1794087" y="3154217"/>
            <a:ext cx="1469553" cy="5351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/>
          <p:cNvCxnSpPr>
            <a:cxnSpLocks/>
          </p:cNvCxnSpPr>
          <p:nvPr/>
        </p:nvCxnSpPr>
        <p:spPr>
          <a:xfrm flipV="1">
            <a:off x="1766436" y="3331405"/>
            <a:ext cx="1497204" cy="86467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Arrow Connector 38"/>
          <p:cNvCxnSpPr/>
          <p:nvPr/>
        </p:nvCxnSpPr>
        <p:spPr>
          <a:xfrm flipV="1">
            <a:off x="5832208" y="2888104"/>
            <a:ext cx="1497204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/>
          <p:cNvCxnSpPr/>
          <p:nvPr/>
        </p:nvCxnSpPr>
        <p:spPr>
          <a:xfrm>
            <a:off x="5832208" y="3073057"/>
            <a:ext cx="1497204" cy="22144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/>
          <p:nvPr/>
        </p:nvCxnSpPr>
        <p:spPr>
          <a:xfrm>
            <a:off x="5832208" y="3217568"/>
            <a:ext cx="1497204" cy="471792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/>
          <p:cNvCxnSpPr/>
          <p:nvPr/>
        </p:nvCxnSpPr>
        <p:spPr>
          <a:xfrm>
            <a:off x="5832208" y="3439015"/>
            <a:ext cx="1497204" cy="60472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21DEBEC-0AC6-0E25-669C-3669B763EF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297448"/>
              </p:ext>
            </p:extLst>
          </p:nvPr>
        </p:nvGraphicFramePr>
        <p:xfrm>
          <a:off x="1023473" y="2612384"/>
          <a:ext cx="400259" cy="1889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400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B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C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DBC942A2-2A05-8372-D94D-DEA20745C66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29022740"/>
              </p:ext>
            </p:extLst>
          </p:nvPr>
        </p:nvGraphicFramePr>
        <p:xfrm>
          <a:off x="8166703" y="2585295"/>
          <a:ext cx="2068244" cy="188976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06824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2800" dirty="0"/>
                        <a:t>A+B+C+D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A+B+C+D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A+B+C+D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2800" dirty="0"/>
                        <a:t>A+B+C+D</a:t>
                      </a:r>
                    </a:p>
                  </a:txBody>
                  <a:tcPr marL="0" marR="0" marB="0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AEDB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571113BA-687F-4EFD-636F-B344E60E4822}"/>
              </a:ext>
            </a:extLst>
          </p:cNvPr>
          <p:cNvSpPr txBox="1"/>
          <p:nvPr/>
        </p:nvSpPr>
        <p:spPr>
          <a:xfrm>
            <a:off x="7537008" y="2575023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P0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65AB180-C7FA-4A20-7F91-02D682CAC891}"/>
              </a:ext>
            </a:extLst>
          </p:cNvPr>
          <p:cNvSpPr txBox="1"/>
          <p:nvPr/>
        </p:nvSpPr>
        <p:spPr>
          <a:xfrm>
            <a:off x="7537008" y="3025635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88E8396-FB8A-4FA6-C199-73A504A15977}"/>
              </a:ext>
            </a:extLst>
          </p:cNvPr>
          <p:cNvSpPr txBox="1"/>
          <p:nvPr/>
        </p:nvSpPr>
        <p:spPr>
          <a:xfrm>
            <a:off x="7537008" y="3476247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P2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BFBC3C8D-92B2-731C-D8F7-2821985DE902}"/>
              </a:ext>
            </a:extLst>
          </p:cNvPr>
          <p:cNvSpPr txBox="1"/>
          <p:nvPr/>
        </p:nvSpPr>
        <p:spPr>
          <a:xfrm>
            <a:off x="7537008" y="3953323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P3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EE9E3C9-9486-AA06-3C76-5E88A9EA6568}"/>
              </a:ext>
            </a:extLst>
          </p:cNvPr>
          <p:cNvSpPr txBox="1"/>
          <p:nvPr/>
        </p:nvSpPr>
        <p:spPr>
          <a:xfrm>
            <a:off x="393778" y="2587835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P0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0650D08C-635E-E63F-E93B-9456D6FFD9B8}"/>
              </a:ext>
            </a:extLst>
          </p:cNvPr>
          <p:cNvSpPr txBox="1"/>
          <p:nvPr/>
        </p:nvSpPr>
        <p:spPr>
          <a:xfrm>
            <a:off x="393778" y="3038447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P1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875E715-AEE0-57EB-1D4D-63997579EDD4}"/>
              </a:ext>
            </a:extLst>
          </p:cNvPr>
          <p:cNvSpPr txBox="1"/>
          <p:nvPr/>
        </p:nvSpPr>
        <p:spPr>
          <a:xfrm>
            <a:off x="393778" y="3489059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P2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5B926E0A-B2AC-ED15-E5B5-252B3A131CC0}"/>
              </a:ext>
            </a:extLst>
          </p:cNvPr>
          <p:cNvSpPr txBox="1"/>
          <p:nvPr/>
        </p:nvSpPr>
        <p:spPr>
          <a:xfrm>
            <a:off x="393778" y="3966135"/>
            <a:ext cx="55335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/>
              <a:t>P3</a:t>
            </a:r>
          </a:p>
        </p:txBody>
      </p:sp>
    </p:spTree>
    <p:extLst>
      <p:ext uri="{BB962C8B-B14F-4D97-AF65-F5344CB8AC3E}">
        <p14:creationId xmlns:p14="http://schemas.microsoft.com/office/powerpoint/2010/main" val="29000742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01A822-A6EE-7892-C5CD-15A511CF2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33ADEE-FCD8-F38F-C0A4-C77CEC2BFA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So</a:t>
            </a:r>
            <a:r>
              <a:rPr lang="nl-NL" dirty="0"/>
              <a:t>: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algorithm</a:t>
            </a:r>
            <a:r>
              <a:rPr lang="nl-NL" dirty="0"/>
              <a:t> does </a:t>
            </a:r>
            <a:r>
              <a:rPr lang="nl-NL" dirty="0" err="1"/>
              <a:t>PyTorch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?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6BEB885-E461-F696-4F2E-5E722E06F5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That is up to the communication backend! (</a:t>
            </a:r>
            <a:r>
              <a:rPr lang="en-US" dirty="0">
                <a:hlinkClick r:id="rId2"/>
              </a:rPr>
              <a:t>https://discuss.pytorch.org/t/multiple-node-multiple-worker-allreduce/98869</a:t>
            </a:r>
            <a:r>
              <a:rPr lang="en-US" dirty="0"/>
              <a:t> )</a:t>
            </a:r>
          </a:p>
          <a:p>
            <a:pPr marL="0" indent="0">
              <a:buNone/>
            </a:pPr>
            <a:r>
              <a:rPr lang="en-US" dirty="0"/>
              <a:t>There are three communication backends to </a:t>
            </a:r>
            <a:r>
              <a:rPr lang="en-US" dirty="0" err="1"/>
              <a:t>PyTorch</a:t>
            </a:r>
            <a:r>
              <a:rPr lang="en-US" dirty="0"/>
              <a:t>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Gloo</a:t>
            </a:r>
            <a:r>
              <a:rPr lang="en-US" dirty="0"/>
              <a:t> =&gt; Ring </a:t>
            </a:r>
            <a:r>
              <a:rPr lang="en-US" dirty="0" err="1"/>
              <a:t>AllReduce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NCCL =&gt; Tree and Ring </a:t>
            </a:r>
            <a:r>
              <a:rPr lang="en-US" dirty="0" err="1"/>
              <a:t>Allreduce</a:t>
            </a:r>
            <a:r>
              <a:rPr lang="en-US" dirty="0"/>
              <a:t> </a:t>
            </a:r>
            <a:r>
              <a:rPr lang="en-US" dirty="0" err="1"/>
              <a:t>implementions</a:t>
            </a:r>
            <a:r>
              <a:rPr lang="en-US" dirty="0"/>
              <a:t>, automatically selected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MPI =&gt; Up to the MPI library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72E0B2-EDF0-1BDB-B864-064FFE025163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E35E2-E511-A2C4-4F0C-B47AFAB673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7635191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C6AC13F-C4ED-ED15-AD3D-A8E746F3E3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4C539C7-F7D8-6A54-A73D-E86C61A1B3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So</a:t>
            </a:r>
            <a:r>
              <a:rPr lang="nl-NL" dirty="0"/>
              <a:t>: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communication</a:t>
            </a:r>
            <a:r>
              <a:rPr lang="nl-NL" dirty="0"/>
              <a:t> backend </a:t>
            </a:r>
            <a:r>
              <a:rPr lang="nl-NL" dirty="0" err="1"/>
              <a:t>should</a:t>
            </a:r>
            <a:r>
              <a:rPr lang="nl-NL" dirty="0"/>
              <a:t> I </a:t>
            </a:r>
            <a:r>
              <a:rPr lang="nl-NL" dirty="0" err="1"/>
              <a:t>use</a:t>
            </a:r>
            <a:r>
              <a:rPr lang="nl-NL" dirty="0"/>
              <a:t>?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A86A89-71C5-764B-E93B-ABE841E9B37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Rule of thumb (</a:t>
            </a:r>
            <a:r>
              <a:rPr lang="en-NL" dirty="0">
                <a:hlinkClick r:id="rId2"/>
              </a:rPr>
              <a:t>https://pytorch.org/docs/stable/distributed.html#backends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(Nvidia) GPU host: NCCL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CPU host with </a:t>
            </a:r>
            <a:r>
              <a:rPr lang="en-US" dirty="0" err="1"/>
              <a:t>infiniband</a:t>
            </a:r>
            <a:r>
              <a:rPr lang="en-US" dirty="0"/>
              <a:t> + IP over IB enabled: </a:t>
            </a:r>
            <a:r>
              <a:rPr lang="en-US" dirty="0" err="1"/>
              <a:t>Gloo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CPU host with </a:t>
            </a:r>
            <a:r>
              <a:rPr lang="en-US" dirty="0" err="1"/>
              <a:t>infiniband</a:t>
            </a:r>
            <a:r>
              <a:rPr lang="en-US" dirty="0"/>
              <a:t>; no IP over IB: MPI (have to build PT from source!)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CPU host, no </a:t>
            </a:r>
            <a:r>
              <a:rPr lang="en-US" dirty="0" err="1"/>
              <a:t>infiniband</a:t>
            </a:r>
            <a:r>
              <a:rPr lang="en-US" dirty="0"/>
              <a:t>: </a:t>
            </a:r>
            <a:r>
              <a:rPr lang="en-US" dirty="0" err="1"/>
              <a:t>Gloo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9F4474D-6EB1-41B8-CC0A-107648CDF3AB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F2C5C0-BE1B-5A1D-9AB8-7B8CA6F113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870365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256F44-B2B8-95A6-EAC1-08192F626F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125DD-DAAF-D8F1-9A34-A57C0F20501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Why</a:t>
            </a:r>
            <a:r>
              <a:rPr lang="nl-NL" dirty="0"/>
              <a:t> NCCL is </a:t>
            </a:r>
            <a:r>
              <a:rPr lang="nl-NL" dirty="0" err="1"/>
              <a:t>the</a:t>
            </a:r>
            <a:r>
              <a:rPr lang="nl-NL" dirty="0"/>
              <a:t> best backend </a:t>
            </a:r>
            <a:r>
              <a:rPr lang="nl-NL" dirty="0" err="1"/>
              <a:t>for</a:t>
            </a:r>
            <a:r>
              <a:rPr lang="nl-NL" dirty="0"/>
              <a:t> Nvidia </a:t>
            </a:r>
            <a:r>
              <a:rPr lang="nl-NL" dirty="0" err="1"/>
              <a:t>GPUs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9A8C966-6A0B-2918-EAEA-ACE76D59D0F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NCCL implements multiple algorithms for </a:t>
            </a:r>
            <a:r>
              <a:rPr lang="en-US" dirty="0" err="1"/>
              <a:t>AllReduce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NCCL </a:t>
            </a:r>
            <a:r>
              <a:rPr lang="en-US" i="1" dirty="0"/>
              <a:t>knows</a:t>
            </a:r>
            <a:r>
              <a:rPr lang="en-US" dirty="0"/>
              <a:t> the connectivity between the GPUs involved (e.g. are the connected by </a:t>
            </a:r>
            <a:r>
              <a:rPr lang="en-US" dirty="0" err="1"/>
              <a:t>NVLink</a:t>
            </a:r>
            <a:r>
              <a:rPr lang="en-US" dirty="0"/>
              <a:t>, are they in the same node, </a:t>
            </a:r>
            <a:r>
              <a:rPr lang="en-US" dirty="0" err="1"/>
              <a:t>etc</a:t>
            </a:r>
            <a:r>
              <a:rPr lang="en-US" dirty="0"/>
              <a:t>)</a:t>
            </a:r>
          </a:p>
          <a:p>
            <a:pPr marL="542925" lvl="1">
              <a:buFont typeface="Arial" panose="020B0604020202020204" pitchFamily="34" charset="0"/>
              <a:buChar char="•"/>
            </a:pPr>
            <a:r>
              <a:rPr lang="en-US" dirty="0"/>
              <a:t>Try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nvidia-smi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topo -m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NCCL makes an </a:t>
            </a:r>
            <a:r>
              <a:rPr lang="en-US" i="1" dirty="0"/>
              <a:t>informed choice</a:t>
            </a:r>
            <a:r>
              <a:rPr lang="en-US" dirty="0"/>
              <a:t> on the best algorithm </a:t>
            </a:r>
            <a:r>
              <a:rPr lang="en-US" u="sng" dirty="0"/>
              <a:t>based on the connectivity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F4F45C-9764-8D97-A785-D724EE8F68D9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D5A558D-B695-A0B2-6B96-91440441DD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19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7804289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193096-B24C-1186-267C-985B6E8AF1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5B5281-759F-3FB5-2F67-B7F63F6DC2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Intermezzo: </a:t>
            </a:r>
            <a:r>
              <a:rPr lang="nl-NL" dirty="0" err="1"/>
              <a:t>why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PyTorch</a:t>
            </a:r>
            <a:r>
              <a:rPr lang="nl-NL" dirty="0"/>
              <a:t> </a:t>
            </a:r>
            <a:r>
              <a:rPr lang="nl-NL" dirty="0" err="1"/>
              <a:t>dispatcher</a:t>
            </a:r>
            <a:r>
              <a:rPr lang="nl-NL" dirty="0"/>
              <a:t> is a </a:t>
            </a:r>
            <a:r>
              <a:rPr lang="nl-NL" dirty="0" err="1"/>
              <a:t>blessing</a:t>
            </a:r>
            <a:r>
              <a:rPr lang="nl-NL" dirty="0"/>
              <a:t> (</a:t>
            </a:r>
            <a:r>
              <a:rPr lang="nl-NL" dirty="0" err="1"/>
              <a:t>and</a:t>
            </a:r>
            <a:r>
              <a:rPr lang="nl-NL" dirty="0"/>
              <a:t> a </a:t>
            </a:r>
            <a:r>
              <a:rPr lang="nl-NL" dirty="0" err="1"/>
              <a:t>curse</a:t>
            </a:r>
            <a:r>
              <a:rPr lang="nl-NL" dirty="0"/>
              <a:t>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0CE8A02-033A-987B-BD84-08B4F07CF35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Torch call stack is </a:t>
            </a:r>
            <a:r>
              <a:rPr lang="en-US" i="1" dirty="0"/>
              <a:t>very </a:t>
            </a:r>
            <a:r>
              <a:rPr lang="en-US" dirty="0"/>
              <a:t>complex! E.g.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call Torch function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Which calls other Python (Torch) 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Which call C++ (Torch) functions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Which call low level libraries, often hardware specific (MKL/MKL-DNN, </a:t>
            </a:r>
            <a:r>
              <a:rPr lang="en-US" dirty="0" err="1"/>
              <a:t>CuBLAS</a:t>
            </a:r>
            <a:r>
              <a:rPr lang="en-US" dirty="0"/>
              <a:t>/</a:t>
            </a:r>
            <a:r>
              <a:rPr lang="en-US" dirty="0" err="1"/>
              <a:t>cuDNN</a:t>
            </a:r>
            <a:r>
              <a:rPr lang="en-US" dirty="0"/>
              <a:t>, NCCL, …)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The blessing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The low level libraries usually do things in a </a:t>
            </a:r>
            <a:r>
              <a:rPr lang="en-US" i="1" dirty="0"/>
              <a:t>very </a:t>
            </a:r>
            <a:r>
              <a:rPr lang="en-US" dirty="0"/>
              <a:t>well-optimized way!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59B8A55-7B46-F92A-B49F-00139B569DE2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4B3D0EA-55FC-44F3-CB97-842B5EBD18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20</a:t>
            </a:fld>
            <a:endParaRPr lang="nl-NL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0B9312F-8221-E022-88C9-3DE036D1DA4F}"/>
              </a:ext>
            </a:extLst>
          </p:cNvPr>
          <p:cNvSpPr txBox="1"/>
          <p:nvPr/>
        </p:nvSpPr>
        <p:spPr>
          <a:xfrm>
            <a:off x="1993185" y="6129506"/>
            <a:ext cx="7239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dirty="0">
                <a:hlinkClick r:id="rId2"/>
              </a:rPr>
              <a:t>http://blog.ezyang.com/2020/09/lets-talk-about-the-pytorch-dispatcher/</a:t>
            </a:r>
            <a:r>
              <a:rPr lang="en-US" dirty="0"/>
              <a:t> </a:t>
            </a:r>
            <a:endParaRPr lang="en-NL" dirty="0"/>
          </a:p>
        </p:txBody>
      </p:sp>
    </p:spTree>
    <p:extLst>
      <p:ext uri="{BB962C8B-B14F-4D97-AF65-F5344CB8AC3E}">
        <p14:creationId xmlns:p14="http://schemas.microsoft.com/office/powerpoint/2010/main" val="3227189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B94B6-81BC-345C-2A2D-D6D4AC704B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DF013-AB94-9F4F-5FB6-0C3F16DEF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Intermezzo: </a:t>
            </a:r>
            <a:r>
              <a:rPr lang="nl-NL" dirty="0" err="1"/>
              <a:t>why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PyTorch</a:t>
            </a:r>
            <a:r>
              <a:rPr lang="nl-NL" dirty="0"/>
              <a:t> </a:t>
            </a:r>
            <a:r>
              <a:rPr lang="nl-NL" dirty="0" err="1"/>
              <a:t>dispatcher</a:t>
            </a:r>
            <a:r>
              <a:rPr lang="nl-NL" dirty="0"/>
              <a:t> is a </a:t>
            </a:r>
            <a:r>
              <a:rPr lang="nl-NL" dirty="0" err="1"/>
              <a:t>blessing</a:t>
            </a:r>
            <a:r>
              <a:rPr lang="nl-NL" dirty="0"/>
              <a:t> (</a:t>
            </a:r>
            <a:r>
              <a:rPr lang="nl-NL" dirty="0" err="1"/>
              <a:t>and</a:t>
            </a:r>
            <a:r>
              <a:rPr lang="nl-NL" dirty="0"/>
              <a:t> a </a:t>
            </a:r>
            <a:r>
              <a:rPr lang="nl-NL" dirty="0" err="1"/>
              <a:t>curse</a:t>
            </a:r>
            <a:r>
              <a:rPr lang="nl-NL" dirty="0"/>
              <a:t>)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4451705-3446-83E7-914E-935CB64EA2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The curse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High degree of abstraction makes it hard to predict for the programmer what will happen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Your choices matter! (but it is sometimes </a:t>
            </a:r>
            <a:r>
              <a:rPr lang="en-US" i="1" dirty="0"/>
              <a:t>very hard </a:t>
            </a:r>
            <a:r>
              <a:rPr lang="en-US" dirty="0"/>
              <a:t>to see how!)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AE7F26-0988-7569-DB9C-48024E88C926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AB998C-1CD6-8EBF-972A-A9A5EC0E28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21</a:t>
            </a:fld>
            <a:endParaRPr lang="nl-NL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F10110CF-6A5F-E80D-9557-52AFD54EE45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51648"/>
          <a:stretch/>
        </p:blipFill>
        <p:spPr bwMode="auto">
          <a:xfrm>
            <a:off x="4945562" y="3235960"/>
            <a:ext cx="3583897" cy="3289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4FE96673-B354-DB7F-8040-66A156D114EE}"/>
              </a:ext>
            </a:extLst>
          </p:cNvPr>
          <p:cNvSpPr txBox="1"/>
          <p:nvPr/>
        </p:nvSpPr>
        <p:spPr>
          <a:xfrm>
            <a:off x="4841440" y="2889237"/>
            <a:ext cx="4537909" cy="276999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Grouped</a:t>
            </a:r>
            <a:r>
              <a:rPr kumimoji="0" lang="nl-NL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2D </a:t>
            </a:r>
            <a:r>
              <a:rPr kumimoji="0" lang="nl-NL" sz="18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convolution</a:t>
            </a:r>
            <a:r>
              <a:rPr kumimoji="0" lang="nl-NL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on Intel </a:t>
            </a:r>
            <a:r>
              <a:rPr kumimoji="0" lang="nl-NL" sz="18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CPUs</a:t>
            </a:r>
            <a:r>
              <a:rPr kumimoji="0" lang="nl-NL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</a:t>
            </a:r>
            <a:r>
              <a:rPr kumimoji="0" lang="nl-NL" sz="1800" b="0" i="0" u="none" strike="noStrike" kern="1200" cap="none" spc="0" normalizeH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with</a:t>
            </a:r>
            <a:r>
              <a:rPr kumimoji="0" lang="nl-NL" sz="1800" b="0" i="0" u="none" strike="noStrike" kern="1200" cap="none" spc="0" normalizeH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 MKL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pic>
        <p:nvPicPr>
          <p:cNvPr id="11" name="Picture 2">
            <a:extLst>
              <a:ext uri="{FF2B5EF4-FFF2-40B4-BE49-F238E27FC236}">
                <a16:creationId xmlns:a16="http://schemas.microsoft.com/office/drawing/2014/main" id="{BABA6CB7-2BCD-2367-5044-8037E9E04CFE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7376" t="34172" r="-233" b="34323"/>
          <a:stretch/>
        </p:blipFill>
        <p:spPr bwMode="auto">
          <a:xfrm>
            <a:off x="8545037" y="3963795"/>
            <a:ext cx="952933" cy="10363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45A44399-5E6E-66E7-D8C4-97A48D8BDC85}"/>
              </a:ext>
            </a:extLst>
          </p:cNvPr>
          <p:cNvSpPr/>
          <p:nvPr/>
        </p:nvSpPr>
        <p:spPr>
          <a:xfrm>
            <a:off x="5644019" y="3535680"/>
            <a:ext cx="447040" cy="2128609"/>
          </a:xfrm>
          <a:prstGeom prst="ellipse">
            <a:avLst/>
          </a:prstGeom>
          <a:noFill/>
          <a:ln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8196953-472A-8AEB-049E-05AE7A3A5C65}"/>
              </a:ext>
            </a:extLst>
          </p:cNvPr>
          <p:cNvSpPr txBox="1"/>
          <p:nvPr/>
        </p:nvSpPr>
        <p:spPr>
          <a:xfrm>
            <a:off x="1058027" y="3409797"/>
            <a:ext cx="2837123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 err="1">
                <a:solidFill>
                  <a:prstClr val="black"/>
                </a:solidFill>
                <a:latin typeface="Calibri"/>
              </a:rPr>
              <a:t>Uses</a:t>
            </a:r>
            <a:r>
              <a:rPr lang="nl-NL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Calibri"/>
              </a:rPr>
              <a:t>optimized</a:t>
            </a:r>
            <a:r>
              <a:rPr lang="nl-NL" dirty="0">
                <a:solidFill>
                  <a:prstClr val="black"/>
                </a:solidFill>
                <a:latin typeface="Calibri"/>
              </a:rPr>
              <a:t> AVX512-based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NL" dirty="0" err="1">
                <a:solidFill>
                  <a:prstClr val="black"/>
                </a:solidFill>
                <a:latin typeface="Calibri"/>
              </a:rPr>
              <a:t>algorithm</a:t>
            </a:r>
            <a:endParaRPr lang="nl-NL" dirty="0">
              <a:solidFill>
                <a:prstClr val="black"/>
              </a:solidFill>
              <a:latin typeface="Calibri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7D895A46-6AF4-B828-A8F4-4B7ED484F778}"/>
              </a:ext>
            </a:extLst>
          </p:cNvPr>
          <p:cNvSpPr/>
          <p:nvPr/>
        </p:nvSpPr>
        <p:spPr>
          <a:xfrm>
            <a:off x="6017171" y="4831742"/>
            <a:ext cx="698457" cy="1219437"/>
          </a:xfrm>
          <a:prstGeom prst="ellipse">
            <a:avLst/>
          </a:prstGeom>
          <a:noFill/>
          <a:ln>
            <a:solidFill>
              <a:schemeClr val="accent4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163A03A3-F0BE-8722-3319-A01D638AA400}"/>
              </a:ext>
            </a:extLst>
          </p:cNvPr>
          <p:cNvSpPr txBox="1"/>
          <p:nvPr/>
        </p:nvSpPr>
        <p:spPr>
          <a:xfrm>
            <a:off x="1058027" y="4344027"/>
            <a:ext cx="2679388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noProof="0" dirty="0" err="1">
                <a:solidFill>
                  <a:prstClr val="black"/>
                </a:solidFill>
                <a:latin typeface="Calibri"/>
              </a:rPr>
              <a:t>Uses</a:t>
            </a:r>
            <a:r>
              <a:rPr lang="nl-NL" noProof="0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NL" noProof="0" dirty="0" err="1">
                <a:solidFill>
                  <a:prstClr val="black"/>
                </a:solidFill>
                <a:latin typeface="Calibri"/>
              </a:rPr>
              <a:t>generic</a:t>
            </a:r>
            <a:r>
              <a:rPr lang="nl-NL" noProof="0" dirty="0">
                <a:solidFill>
                  <a:prstClr val="black"/>
                </a:solidFill>
                <a:latin typeface="Calibri"/>
              </a:rPr>
              <a:t> matrix-</a:t>
            </a:r>
            <a:r>
              <a:rPr lang="nl-NL" noProof="0" dirty="0" err="1">
                <a:solidFill>
                  <a:prstClr val="black"/>
                </a:solidFill>
                <a:latin typeface="Calibri"/>
              </a:rPr>
              <a:t>multiply</a:t>
            </a:r>
            <a:endParaRPr lang="nl-NL" noProof="0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nl-NL" sz="1800" b="0" i="0" u="none" strike="noStrike" kern="1200" cap="none" spc="0" normalizeH="0" baseline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t>algorithm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47813B41-A84F-661B-2EA0-3645AD450BDB}"/>
              </a:ext>
            </a:extLst>
          </p:cNvPr>
          <p:cNvSpPr/>
          <p:nvPr/>
        </p:nvSpPr>
        <p:spPr>
          <a:xfrm rot="19381838">
            <a:off x="6636442" y="3482847"/>
            <a:ext cx="1946505" cy="2795651"/>
          </a:xfrm>
          <a:prstGeom prst="ellipse">
            <a:avLst/>
          </a:prstGeom>
          <a:noFill/>
          <a:ln>
            <a:solidFill>
              <a:schemeClr val="accent3">
                <a:lumMod val="7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168E9B-FD3A-D150-7F0B-821CEBDD6001}"/>
              </a:ext>
            </a:extLst>
          </p:cNvPr>
          <p:cNvSpPr txBox="1"/>
          <p:nvPr/>
        </p:nvSpPr>
        <p:spPr>
          <a:xfrm>
            <a:off x="1058027" y="5195041"/>
            <a:ext cx="2891048" cy="553998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noProof="0" dirty="0" err="1">
                <a:solidFill>
                  <a:prstClr val="black"/>
                </a:solidFill>
                <a:latin typeface="Calibri"/>
              </a:rPr>
              <a:t>Uses</a:t>
            </a:r>
            <a:r>
              <a:rPr lang="nl-NL" noProof="0" dirty="0">
                <a:solidFill>
                  <a:prstClr val="black"/>
                </a:solidFill>
                <a:latin typeface="Calibri"/>
              </a:rPr>
              <a:t> </a:t>
            </a:r>
            <a:r>
              <a:rPr lang="nl-NL" noProof="0" dirty="0" err="1">
                <a:solidFill>
                  <a:prstClr val="black"/>
                </a:solidFill>
                <a:latin typeface="Calibri"/>
              </a:rPr>
              <a:t>optimized</a:t>
            </a:r>
            <a:endParaRPr lang="nl-NL" noProof="0" dirty="0">
              <a:solidFill>
                <a:prstClr val="black"/>
              </a:solidFill>
              <a:latin typeface="Calibri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nl-NL" noProof="0" dirty="0">
                <a:solidFill>
                  <a:prstClr val="black"/>
                </a:solidFill>
                <a:latin typeface="Calibri"/>
              </a:rPr>
              <a:t>AVX2/AVX512-based </a:t>
            </a:r>
            <a:r>
              <a:rPr lang="nl-NL" noProof="0" dirty="0" err="1">
                <a:solidFill>
                  <a:prstClr val="black"/>
                </a:solidFill>
                <a:latin typeface="Calibri"/>
              </a:rPr>
              <a:t>algorithm</a:t>
            </a:r>
            <a:endParaRPr kumimoji="0" lang="nl-NL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8BE818D0-8100-2333-153A-04E6854DB264}"/>
              </a:ext>
            </a:extLst>
          </p:cNvPr>
          <p:cNvSpPr txBox="1"/>
          <p:nvPr/>
        </p:nvSpPr>
        <p:spPr>
          <a:xfrm>
            <a:off x="908938" y="6422236"/>
            <a:ext cx="956933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NL" sz="1600" dirty="0">
                <a:hlinkClick r:id="rId3"/>
              </a:rPr>
              <a:t>https://medium.com/@casparvanleeuwen/why-efficientnet-is-not-very-computationally-efficient-505fc08087b9</a:t>
            </a:r>
            <a:r>
              <a:rPr lang="en-US" sz="1600" dirty="0"/>
              <a:t> </a:t>
            </a:r>
            <a:endParaRPr lang="en-NL" sz="1600" dirty="0"/>
          </a:p>
        </p:txBody>
      </p:sp>
    </p:spTree>
    <p:extLst>
      <p:ext uri="{BB962C8B-B14F-4D97-AF65-F5344CB8AC3E}">
        <p14:creationId xmlns:p14="http://schemas.microsoft.com/office/powerpoint/2010/main" val="26653542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13" grpId="0"/>
      <p:bldP spid="14" grpId="0" animBg="1"/>
      <p:bldP spid="15" grpId="0"/>
      <p:bldP spid="16" grpId="0" animBg="1"/>
      <p:bldP spid="17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520C7A-C1CD-D00C-C2A0-FA57EF0C29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9BA6CE-99ED-7679-E97F-C214EA3E50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Say </a:t>
            </a:r>
            <a:r>
              <a:rPr lang="nl-NL" dirty="0" err="1"/>
              <a:t>something</a:t>
            </a:r>
            <a:r>
              <a:rPr lang="nl-NL" dirty="0"/>
              <a:t> </a:t>
            </a:r>
            <a:r>
              <a:rPr lang="nl-NL" dirty="0" err="1"/>
              <a:t>about</a:t>
            </a:r>
            <a:r>
              <a:rPr lang="nl-NL" dirty="0"/>
              <a:t> </a:t>
            </a:r>
            <a:r>
              <a:rPr lang="nl-NL" dirty="0" err="1"/>
              <a:t>DataParallel</a:t>
            </a:r>
            <a:r>
              <a:rPr lang="nl-NL" dirty="0"/>
              <a:t> </a:t>
            </a:r>
            <a:r>
              <a:rPr lang="nl-NL" dirty="0" err="1"/>
              <a:t>vs</a:t>
            </a:r>
            <a:r>
              <a:rPr lang="nl-NL" dirty="0"/>
              <a:t> </a:t>
            </a:r>
            <a:r>
              <a:rPr lang="nl-NL" dirty="0" err="1"/>
              <a:t>DistributedDataParallel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2E60321-460B-B5A3-7339-A00192D2538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DataParallel</a:t>
            </a:r>
            <a:endParaRPr lang="en-US" dirty="0"/>
          </a:p>
          <a:p>
            <a:pPr marL="542925" lvl="1">
              <a:buFont typeface="Arial" panose="020B0604020202020204" pitchFamily="34" charset="0"/>
              <a:buChar char="•"/>
            </a:pPr>
            <a:r>
              <a:rPr lang="en-US" dirty="0"/>
              <a:t>Single process, multi-threaded</a:t>
            </a:r>
          </a:p>
          <a:p>
            <a:pPr marL="542925" lvl="1">
              <a:buFont typeface="Arial" panose="020B0604020202020204" pitchFamily="34" charset="0"/>
              <a:buChar char="•"/>
            </a:pPr>
            <a:r>
              <a:rPr lang="en-US" dirty="0"/>
              <a:t>Limited to single machine</a:t>
            </a:r>
          </a:p>
          <a:p>
            <a:pPr marL="542925" lvl="1">
              <a:buFont typeface="Arial" panose="020B0604020202020204" pitchFamily="34" charset="0"/>
              <a:buChar char="•"/>
            </a:pPr>
            <a:r>
              <a:rPr lang="en-US" dirty="0"/>
              <a:t>Typically slower than </a:t>
            </a:r>
            <a:r>
              <a:rPr lang="en-US" dirty="0" err="1"/>
              <a:t>DistributedDataParallel</a:t>
            </a:r>
            <a:r>
              <a:rPr lang="en-US" dirty="0"/>
              <a:t> due to Python GIL (Global Interpreter Lock)</a:t>
            </a:r>
          </a:p>
          <a:p>
            <a:pPr marL="542925" lvl="1">
              <a:buFont typeface="Arial" panose="020B0604020202020204" pitchFamily="34" charset="0"/>
              <a:buChar char="•"/>
            </a:pPr>
            <a:r>
              <a:rPr lang="en-US" dirty="0"/>
              <a:t>Cannot be combined with model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/>
              <a:t>DistributedDataParallel</a:t>
            </a:r>
            <a:endParaRPr lang="en-US" dirty="0"/>
          </a:p>
          <a:p>
            <a:pPr marL="542925" lvl="1">
              <a:buFont typeface="Arial" panose="020B0604020202020204" pitchFamily="34" charset="0"/>
              <a:buChar char="•"/>
            </a:pPr>
            <a:r>
              <a:rPr lang="en-US" dirty="0"/>
              <a:t>Multiple (possibly multi-threaded) processes</a:t>
            </a:r>
          </a:p>
          <a:p>
            <a:pPr marL="542925" lvl="1">
              <a:buFont typeface="Arial" panose="020B0604020202020204" pitchFamily="34" charset="0"/>
              <a:buChar char="•"/>
            </a:pPr>
            <a:r>
              <a:rPr lang="en-US" dirty="0"/>
              <a:t>Supports multiple machines</a:t>
            </a:r>
          </a:p>
          <a:p>
            <a:pPr marL="542925" lvl="1">
              <a:buFont typeface="Arial" panose="020B0604020202020204" pitchFamily="34" charset="0"/>
              <a:buChar char="•"/>
            </a:pPr>
            <a:r>
              <a:rPr lang="en-US" dirty="0"/>
              <a:t>Can be combined with model parallel</a:t>
            </a:r>
          </a:p>
          <a:p>
            <a:pPr marL="0" indent="0">
              <a:buNone/>
            </a:pPr>
            <a:r>
              <a:rPr lang="en-US" dirty="0"/>
              <a:t>See also: </a:t>
            </a:r>
            <a:r>
              <a:rPr lang="en-US" dirty="0">
                <a:hlinkClick r:id="rId2"/>
              </a:rPr>
              <a:t>https://pytorch.org/tutorials/intermediate/ddp_tutorial.html#comparison-between-dataparallel-and-distributeddataparallel</a:t>
            </a:r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484D35A-A57B-6F2A-D669-3DCBD89DBA7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3EB28F-9C00-7F38-D3A7-EFFE2C75B5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22</a:t>
            </a:fld>
            <a:endParaRPr lang="nl-NL"/>
          </a:p>
        </p:txBody>
      </p:sp>
      <p:sp>
        <p:nvSpPr>
          <p:cNvPr id="7" name="Multiplication Sign 6">
            <a:extLst>
              <a:ext uri="{FF2B5EF4-FFF2-40B4-BE49-F238E27FC236}">
                <a16:creationId xmlns:a16="http://schemas.microsoft.com/office/drawing/2014/main" id="{2CCAE06D-6973-303F-C9E5-80BB45D93D42}"/>
              </a:ext>
            </a:extLst>
          </p:cNvPr>
          <p:cNvSpPr/>
          <p:nvPr/>
        </p:nvSpPr>
        <p:spPr>
          <a:xfrm>
            <a:off x="8763700" y="1421681"/>
            <a:ext cx="1468540" cy="1468540"/>
          </a:xfrm>
          <a:prstGeom prst="mathMultiply">
            <a:avLst>
              <a:gd name="adj1" fmla="val 13630"/>
            </a:avLst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NL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02C5BC22-E1D2-F446-27E1-1E957D9E6AD6}"/>
              </a:ext>
            </a:extLst>
          </p:cNvPr>
          <p:cNvGrpSpPr/>
          <p:nvPr/>
        </p:nvGrpSpPr>
        <p:grpSpPr>
          <a:xfrm>
            <a:off x="9120670" y="3967780"/>
            <a:ext cx="744435" cy="790575"/>
            <a:chOff x="8161440" y="3324225"/>
            <a:chExt cx="744435" cy="790575"/>
          </a:xfrm>
        </p:grpSpPr>
        <p:sp>
          <p:nvSpPr>
            <p:cNvPr id="8" name="Parallelogram 7">
              <a:extLst>
                <a:ext uri="{FF2B5EF4-FFF2-40B4-BE49-F238E27FC236}">
                  <a16:creationId xmlns:a16="http://schemas.microsoft.com/office/drawing/2014/main" id="{420F24AE-D568-534B-2FAA-E9BDCDAAC3B2}"/>
                </a:ext>
              </a:extLst>
            </p:cNvPr>
            <p:cNvSpPr/>
            <p:nvPr/>
          </p:nvSpPr>
          <p:spPr>
            <a:xfrm>
              <a:off x="8410575" y="3324225"/>
              <a:ext cx="495300" cy="790575"/>
            </a:xfrm>
            <a:prstGeom prst="parallelogram">
              <a:avLst>
                <a:gd name="adj" fmla="val 67307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  <p:sp>
          <p:nvSpPr>
            <p:cNvPr id="9" name="Parallelogram 8">
              <a:extLst>
                <a:ext uri="{FF2B5EF4-FFF2-40B4-BE49-F238E27FC236}">
                  <a16:creationId xmlns:a16="http://schemas.microsoft.com/office/drawing/2014/main" id="{D3885C32-F831-C3EC-52A5-A93347323C77}"/>
                </a:ext>
              </a:extLst>
            </p:cNvPr>
            <p:cNvSpPr/>
            <p:nvPr/>
          </p:nvSpPr>
          <p:spPr>
            <a:xfrm rot="18325291">
              <a:off x="8135055" y="3573006"/>
              <a:ext cx="495300" cy="442529"/>
            </a:xfrm>
            <a:prstGeom prst="parallelogram">
              <a:avLst>
                <a:gd name="adj" fmla="val 79278"/>
              </a:avLst>
            </a:prstGeom>
            <a:solidFill>
              <a:srgbClr val="00B05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NL"/>
            </a:p>
          </p:txBody>
        </p:sp>
      </p:grpSp>
    </p:spTree>
    <p:extLst>
      <p:ext uri="{BB962C8B-B14F-4D97-AF65-F5344CB8AC3E}">
        <p14:creationId xmlns:p14="http://schemas.microsoft.com/office/powerpoint/2010/main" val="37901258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3C9142-9F74-BE57-3A49-1963E41D87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E445B8-C69A-46CE-5BC4-0EB38790BB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go </a:t>
            </a:r>
            <a:r>
              <a:rPr lang="nl-NL" dirty="0" err="1"/>
              <a:t>from</a:t>
            </a:r>
            <a:r>
              <a:rPr lang="nl-NL" dirty="0"/>
              <a:t> </a:t>
            </a:r>
            <a:r>
              <a:rPr lang="nl-NL" dirty="0" err="1"/>
              <a:t>regular</a:t>
            </a:r>
            <a:r>
              <a:rPr lang="nl-NL" dirty="0"/>
              <a:t> </a:t>
            </a:r>
            <a:r>
              <a:rPr lang="nl-NL" dirty="0" err="1"/>
              <a:t>PyTorch</a:t>
            </a:r>
            <a:r>
              <a:rPr lang="nl-NL" dirty="0"/>
              <a:t> code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PyTorch</a:t>
            </a:r>
            <a:r>
              <a:rPr lang="nl-NL" dirty="0"/>
              <a:t> </a:t>
            </a:r>
            <a:r>
              <a:rPr lang="nl-NL" dirty="0" err="1"/>
              <a:t>with</a:t>
            </a:r>
            <a:r>
              <a:rPr lang="nl-NL" dirty="0"/>
              <a:t> DDP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C8C6C43-5BA6-5BE1-DC4F-55225F2688C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1: Constructing the process group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2: Constructing the DDP 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3: Distributing input data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4: Send data to correct GPU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5: Alter saving model checkpoint (optional)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6: Running the code: spawning multiple processes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See also: </a:t>
            </a:r>
            <a:r>
              <a:rPr lang="en-US" dirty="0">
                <a:hlinkClick r:id="rId2"/>
              </a:rPr>
              <a:t>https://pytorch.org/tutorials/beginner/ddp_series_multigpu.html</a:t>
            </a:r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6C66E61-94E5-3599-903A-B7D5A2DD7B4A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1E1ACA-EFF6-6006-3EF8-14C60A9B1B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6369584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8FA3A8-BB72-DF34-57E1-9DC98D04436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74C395-C923-2F11-A835-D3B46DFD73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Assumptions</a:t>
            </a:r>
            <a:r>
              <a:rPr lang="nl-NL" dirty="0"/>
              <a:t> in </a:t>
            </a:r>
            <a:r>
              <a:rPr lang="nl-NL" dirty="0" err="1"/>
              <a:t>this</a:t>
            </a:r>
            <a:r>
              <a:rPr lang="nl-NL" dirty="0"/>
              <a:t> tutorial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75DDBD-966F-1743-4CE3-EA5759C8878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978859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assume you are running on a SLURM cluster, and pass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cpus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-per-task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--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ntasks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-per-node</a:t>
            </a:r>
            <a:r>
              <a:rPr lang="en-US" dirty="0"/>
              <a:t> options when scheduling your job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Each process in the DDP training is uniquely identified by its </a:t>
            </a:r>
            <a:r>
              <a:rPr lang="en-US" i="1" dirty="0"/>
              <a:t>rank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do pure DDP (i.e. we don’t combine with model parallelism). Thus, each rank uses 1 GPU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will use the concept of local rank, a unique identifier of the process </a:t>
            </a:r>
            <a:r>
              <a:rPr lang="en-US" i="1" dirty="0"/>
              <a:t>on that node.</a:t>
            </a:r>
            <a:r>
              <a:rPr lang="en-US" dirty="0"/>
              <a:t> E.g. if you have global ranks 0-7 and launch 4 processes per node: global ranks 0, 1, 2, 3, 4, 5, 6, 7 will have local ranks 0, 1, 2, 3, 0, 1, 2, 3, respectively.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want each local rank to use the GPU with the same ID as the local rank, i.e. local rank 0 will use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gpu:0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BCC3FAB-998A-3C1B-F468-A84C4218787D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9241469-65B1-3AF5-98DA-26025771CF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24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580647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17F492-7624-D9B9-F621-42E15896F07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816510-B5C7-F902-DD76-9BAD88E1DC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Step 1a: </a:t>
            </a:r>
            <a:r>
              <a:rPr lang="nl-NL" dirty="0" err="1"/>
              <a:t>Constructing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process</a:t>
            </a:r>
            <a:r>
              <a:rPr lang="nl-NL" dirty="0"/>
              <a:t> </a:t>
            </a:r>
            <a:r>
              <a:rPr lang="nl-NL" dirty="0" err="1"/>
              <a:t>group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64B9339-187F-F83A-395C-1A88DCAF07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982669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Why: parallel launchers can launch multiple processes, but these processes need to know about each others existence!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How: by calling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init_process_group</a:t>
            </a:r>
            <a:r>
              <a:rPr lang="en-US" dirty="0"/>
              <a:t>, but we need to know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world_size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rank</a:t>
            </a:r>
            <a:r>
              <a:rPr lang="en-US" dirty="0"/>
              <a:t> first. We can get those easily in a SLURM allocation!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We’ve chosen NCCL as backend, as per recommendation on </a:t>
            </a:r>
            <a:r>
              <a:rPr lang="en-NL" dirty="0">
                <a:hlinkClick r:id="rId2"/>
              </a:rPr>
              <a:t>https://pytorch.org/docs/stable/distributed.html#backends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N.B. There are multiple initialization methods for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init_process_group</a:t>
            </a:r>
            <a:r>
              <a:rPr lang="en-US" dirty="0"/>
              <a:t>, see </a:t>
            </a:r>
            <a:r>
              <a:rPr lang="en-US" dirty="0">
                <a:hlinkClick r:id="rId3"/>
              </a:rPr>
              <a:t>https://pytorch.org/docs/stable/distributed.html#torch.distributed.init_process_group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8771B00-7D1C-E825-FBF1-6547BCC55727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0635079-2A01-6CBE-0ECE-CCA4D16F0C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25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858DE3C-A233-58CC-C011-721DCB7FA54D}"/>
              </a:ext>
            </a:extLst>
          </p:cNvPr>
          <p:cNvSpPr/>
          <p:nvPr/>
        </p:nvSpPr>
        <p:spPr>
          <a:xfrm>
            <a:off x="908938" y="2679700"/>
            <a:ext cx="7981062" cy="2159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def </a:t>
            </a:r>
            <a:r>
              <a:rPr lang="en-US" dirty="0" err="1">
                <a:solidFill>
                  <a:schemeClr val="tx1"/>
                </a:solidFill>
              </a:rPr>
              <a:t>ddp_setup</a:t>
            </a:r>
            <a:r>
              <a:rPr lang="en-US" dirty="0">
                <a:solidFill>
                  <a:schemeClr val="tx1"/>
                </a:solidFill>
              </a:rPr>
              <a:t>():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world_size</a:t>
            </a:r>
            <a:r>
              <a:rPr lang="en-US" dirty="0">
                <a:solidFill>
                  <a:schemeClr val="tx1"/>
                </a:solidFill>
              </a:rPr>
              <a:t> = int(</a:t>
            </a:r>
            <a:r>
              <a:rPr lang="en-US" dirty="0" err="1">
                <a:solidFill>
                  <a:schemeClr val="tx1"/>
                </a:solidFill>
              </a:rPr>
              <a:t>os.environ</a:t>
            </a:r>
            <a:r>
              <a:rPr lang="en-US" dirty="0">
                <a:solidFill>
                  <a:schemeClr val="tx1"/>
                </a:solidFill>
              </a:rPr>
              <a:t>["SLURM_NTASKS"])</a:t>
            </a:r>
          </a:p>
          <a:p>
            <a:r>
              <a:rPr lang="en-US" dirty="0">
                <a:solidFill>
                  <a:schemeClr val="tx1"/>
                </a:solidFill>
              </a:rPr>
              <a:t>    rank = int(</a:t>
            </a:r>
            <a:r>
              <a:rPr lang="en-US" dirty="0" err="1">
                <a:solidFill>
                  <a:schemeClr val="tx1"/>
                </a:solidFill>
              </a:rPr>
              <a:t>os.environ</a:t>
            </a:r>
            <a:r>
              <a:rPr lang="en-US" dirty="0">
                <a:solidFill>
                  <a:schemeClr val="tx1"/>
                </a:solidFill>
              </a:rPr>
              <a:t>["SLURM_PROCID"])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dist.init_process_group</a:t>
            </a:r>
            <a:r>
              <a:rPr lang="en-US" dirty="0">
                <a:solidFill>
                  <a:schemeClr val="tx1"/>
                </a:solidFill>
              </a:rPr>
              <a:t>("</a:t>
            </a:r>
            <a:r>
              <a:rPr lang="en-US" dirty="0" err="1">
                <a:solidFill>
                  <a:schemeClr val="tx1"/>
                </a:solidFill>
              </a:rPr>
              <a:t>nccl</a:t>
            </a:r>
            <a:r>
              <a:rPr lang="en-US" dirty="0">
                <a:solidFill>
                  <a:schemeClr val="tx1"/>
                </a:solidFill>
              </a:rPr>
              <a:t>", rank=rank, </a:t>
            </a:r>
            <a:r>
              <a:rPr lang="en-US" dirty="0" err="1">
                <a:solidFill>
                  <a:schemeClr val="tx1"/>
                </a:solidFill>
              </a:rPr>
              <a:t>world_size</a:t>
            </a:r>
            <a:r>
              <a:rPr lang="en-US" dirty="0">
                <a:solidFill>
                  <a:schemeClr val="tx1"/>
                </a:solidFill>
              </a:rPr>
              <a:t>=</a:t>
            </a:r>
            <a:r>
              <a:rPr lang="en-US" dirty="0" err="1">
                <a:solidFill>
                  <a:schemeClr val="tx1"/>
                </a:solidFill>
              </a:rPr>
              <a:t>world_size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return rank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272327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E9500E-3C82-77D9-2CDE-B051B74FF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1AD486-ECF8-9CE2-9E4E-33DB7C244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Step 1b: </a:t>
            </a:r>
            <a:r>
              <a:rPr lang="nl-NL" dirty="0" err="1"/>
              <a:t>Constructing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process</a:t>
            </a:r>
            <a:r>
              <a:rPr lang="nl-NL" dirty="0"/>
              <a:t> </a:t>
            </a:r>
            <a:r>
              <a:rPr lang="nl-NL" dirty="0" err="1"/>
              <a:t>group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11EDC6-AB68-A319-112C-FF2381D7C2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982669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Call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set_device</a:t>
            </a:r>
            <a:r>
              <a:rPr lang="en-US" dirty="0"/>
              <a:t> before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init_process_group</a:t>
            </a:r>
            <a:r>
              <a:rPr lang="en-US" dirty="0"/>
              <a:t> to avoid hangs and/or multiple processes ending up on the default GPU (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GPU:0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Note that your code </a:t>
            </a:r>
            <a:r>
              <a:rPr lang="en-US" i="1" dirty="0"/>
              <a:t>may</a:t>
            </a:r>
            <a:r>
              <a:rPr lang="en-US" dirty="0"/>
              <a:t> work correctly without calling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set_device</a:t>
            </a:r>
            <a:r>
              <a:rPr lang="en-US" dirty="0"/>
              <a:t>, but it is recommended to avoid potential issues (see  </a:t>
            </a:r>
            <a:r>
              <a:rPr lang="en-US" dirty="0">
                <a:hlinkClick r:id="rId2"/>
              </a:rPr>
              <a:t>https://pytorch.org/tutorials/beginner/ddp_series_multigpu.html#constructing-the-process-group</a:t>
            </a:r>
            <a:r>
              <a:rPr lang="en-US" dirty="0"/>
              <a:t>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We need a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local_rank</a:t>
            </a:r>
            <a:r>
              <a:rPr lang="en-US" dirty="0"/>
              <a:t> to determine which GPU to set as device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E5EB8C3-7B2E-67C4-0163-78B9635B5BDA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DEE65AB-4372-EAE1-DB5E-47A9F1D13C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26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F16D19A-428D-815C-46C4-ACC83F342B20}"/>
              </a:ext>
            </a:extLst>
          </p:cNvPr>
          <p:cNvSpPr/>
          <p:nvPr/>
        </p:nvSpPr>
        <p:spPr>
          <a:xfrm>
            <a:off x="908938" y="3695700"/>
            <a:ext cx="7981062" cy="268036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def </a:t>
            </a:r>
            <a:r>
              <a:rPr lang="en-US" dirty="0" err="1">
                <a:solidFill>
                  <a:schemeClr val="tx1"/>
                </a:solidFill>
              </a:rPr>
              <a:t>ddp_setup</a:t>
            </a:r>
            <a:r>
              <a:rPr lang="en-US" dirty="0">
                <a:solidFill>
                  <a:schemeClr val="tx1"/>
                </a:solidFill>
              </a:rPr>
              <a:t>():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world_size</a:t>
            </a:r>
            <a:r>
              <a:rPr lang="en-US" dirty="0">
                <a:solidFill>
                  <a:schemeClr val="tx1"/>
                </a:solidFill>
              </a:rPr>
              <a:t> = int(</a:t>
            </a:r>
            <a:r>
              <a:rPr lang="en-US" dirty="0" err="1">
                <a:solidFill>
                  <a:schemeClr val="tx1"/>
                </a:solidFill>
              </a:rPr>
              <a:t>os.environ</a:t>
            </a:r>
            <a:r>
              <a:rPr lang="en-US" dirty="0">
                <a:solidFill>
                  <a:schemeClr val="tx1"/>
                </a:solidFill>
              </a:rPr>
              <a:t>["SLURM_NTASKS"])</a:t>
            </a:r>
          </a:p>
          <a:p>
            <a:r>
              <a:rPr lang="en-US" dirty="0">
                <a:solidFill>
                  <a:schemeClr val="tx1"/>
                </a:solidFill>
              </a:rPr>
              <a:t>    rank = int(</a:t>
            </a:r>
            <a:r>
              <a:rPr lang="en-US" dirty="0" err="1">
                <a:solidFill>
                  <a:schemeClr val="tx1"/>
                </a:solidFill>
              </a:rPr>
              <a:t>os.environ</a:t>
            </a:r>
            <a:r>
              <a:rPr lang="en-US" dirty="0">
                <a:solidFill>
                  <a:schemeClr val="tx1"/>
                </a:solidFill>
              </a:rPr>
              <a:t>["SLURM_PROCID"])</a:t>
            </a:r>
          </a:p>
          <a:p>
            <a:r>
              <a:rPr lang="en-US" dirty="0">
                <a:solidFill>
                  <a:schemeClr val="tx1"/>
                </a:solidFill>
              </a:rPr>
              <a:t>     </a:t>
            </a:r>
            <a:r>
              <a:rPr lang="en-US" dirty="0" err="1">
                <a:solidFill>
                  <a:schemeClr val="tx1"/>
                </a:solidFill>
              </a:rPr>
              <a:t>local_rank</a:t>
            </a:r>
            <a:r>
              <a:rPr lang="en-US" dirty="0">
                <a:solidFill>
                  <a:schemeClr val="tx1"/>
                </a:solidFill>
              </a:rPr>
              <a:t> = int(</a:t>
            </a:r>
            <a:r>
              <a:rPr lang="en-US" dirty="0" err="1">
                <a:solidFill>
                  <a:schemeClr val="tx1"/>
                </a:solidFill>
              </a:rPr>
              <a:t>os.environ</a:t>
            </a:r>
            <a:r>
              <a:rPr lang="en-US" dirty="0">
                <a:solidFill>
                  <a:schemeClr val="tx1"/>
                </a:solidFill>
              </a:rPr>
              <a:t>["SLURM_LOCALID"])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torch.cuda.set_device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local_rank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dist.init_process_group</a:t>
            </a:r>
            <a:r>
              <a:rPr lang="en-US" dirty="0">
                <a:solidFill>
                  <a:schemeClr val="tx1"/>
                </a:solidFill>
              </a:rPr>
              <a:t>("</a:t>
            </a:r>
            <a:r>
              <a:rPr lang="en-US" dirty="0" err="1">
                <a:solidFill>
                  <a:schemeClr val="tx1"/>
                </a:solidFill>
              </a:rPr>
              <a:t>nccl</a:t>
            </a:r>
            <a:r>
              <a:rPr lang="en-US" dirty="0">
                <a:solidFill>
                  <a:schemeClr val="tx1"/>
                </a:solidFill>
              </a:rPr>
              <a:t>", rank=rank, </a:t>
            </a:r>
            <a:r>
              <a:rPr lang="en-US" dirty="0" err="1">
                <a:solidFill>
                  <a:schemeClr val="tx1"/>
                </a:solidFill>
              </a:rPr>
              <a:t>world_size</a:t>
            </a:r>
            <a:r>
              <a:rPr lang="en-US" dirty="0">
                <a:solidFill>
                  <a:schemeClr val="tx1"/>
                </a:solidFill>
              </a:rPr>
              <a:t>=</a:t>
            </a:r>
            <a:r>
              <a:rPr lang="en-US" dirty="0" err="1">
                <a:solidFill>
                  <a:schemeClr val="tx1"/>
                </a:solidFill>
              </a:rPr>
              <a:t>world_size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return rank, </a:t>
            </a:r>
            <a:r>
              <a:rPr lang="en-US" dirty="0" err="1">
                <a:solidFill>
                  <a:schemeClr val="tx1"/>
                </a:solidFill>
              </a:rPr>
              <a:t>local_rank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50964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AE7D4-BA24-BC3A-4D49-110FA09383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2E2C2CE-275F-C31D-AD72-8481801B51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/>
              <a:t>Step 2: </a:t>
            </a:r>
            <a:r>
              <a:rPr lang="nl-NL" dirty="0" err="1"/>
              <a:t>Constructing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DDP model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99A78C4-6B0E-77BE-AC3C-11CDC86F96B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Why: after the backward pass has been done on a layer, the gradients should be aggregated between all ranks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How: by wrapping our existing (serial) model in the DDP class and telling it on which GPU this model should be kept. We can reuse the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local_rank</a:t>
            </a:r>
            <a:r>
              <a:rPr lang="en-US" dirty="0"/>
              <a:t> variable from earlier.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A66922A-159E-DA88-0226-045BE86280C9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5B9D95-E302-0AFA-6E63-C580A314D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27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D2D4D48-AB1F-5ED9-D4DB-0654D08CC3AF}"/>
              </a:ext>
            </a:extLst>
          </p:cNvPr>
          <p:cNvSpPr/>
          <p:nvPr/>
        </p:nvSpPr>
        <p:spPr>
          <a:xfrm>
            <a:off x="921638" y="2976791"/>
            <a:ext cx="7981062" cy="4318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 err="1">
                <a:solidFill>
                  <a:schemeClr val="tx1"/>
                </a:solidFill>
              </a:rPr>
              <a:t>ddp_model</a:t>
            </a:r>
            <a:r>
              <a:rPr lang="en-US" dirty="0">
                <a:solidFill>
                  <a:schemeClr val="tx1"/>
                </a:solidFill>
              </a:rPr>
              <a:t> = DDP(model, </a:t>
            </a:r>
            <a:r>
              <a:rPr lang="en-US" dirty="0" err="1">
                <a:solidFill>
                  <a:schemeClr val="tx1"/>
                </a:solidFill>
              </a:rPr>
              <a:t>device_ids</a:t>
            </a:r>
            <a:r>
              <a:rPr lang="en-US" dirty="0">
                <a:solidFill>
                  <a:schemeClr val="tx1"/>
                </a:solidFill>
              </a:rPr>
              <a:t>=</a:t>
            </a:r>
            <a:r>
              <a:rPr lang="en-US" dirty="0" err="1">
                <a:solidFill>
                  <a:schemeClr val="tx1"/>
                </a:solidFill>
              </a:rPr>
              <a:t>local_rank</a:t>
            </a:r>
            <a:r>
              <a:rPr lang="en-US" dirty="0">
                <a:solidFill>
                  <a:schemeClr val="tx1"/>
                </a:solidFill>
              </a:rPr>
              <a:t>)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203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A09B60D-92E2-6F15-ADAA-D55CE3E01A2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F60F8-57C6-175A-5BA2-D29E1B29B8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3a: Distributing input data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3068621-9CFB-3D75-14A1-CE27AC605A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Why: we don’t want our N processes to do </a:t>
            </a:r>
            <a:r>
              <a:rPr lang="en-US" i="1" dirty="0"/>
              <a:t>the same work</a:t>
            </a:r>
            <a:r>
              <a:rPr lang="en-US" dirty="0"/>
              <a:t> N times, we want to </a:t>
            </a:r>
            <a:r>
              <a:rPr lang="en-US" i="1" dirty="0"/>
              <a:t>divide</a:t>
            </a:r>
            <a:r>
              <a:rPr lang="en-US" dirty="0"/>
              <a:t> our work into N smaller pieces – and have each process do one piece of work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How: by using the </a:t>
            </a:r>
            <a:r>
              <a:rPr lang="en-US" dirty="0" err="1"/>
              <a:t>DistributedSampler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See </a:t>
            </a:r>
            <a:r>
              <a:rPr lang="en-US" dirty="0">
                <a:hlinkClick r:id="rId2"/>
              </a:rPr>
              <a:t>https://pytorch.org/docs/stable/data.html?highlight=distributedsampler#torch.utils.data.distributed.DistributedSampler</a:t>
            </a:r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AAA5B9-FD56-4CF6-06A9-F7B4469489A5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5194C8C-2DE7-43D8-5C50-6A507ABCC1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28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E37440D3-3B72-BE87-1379-EB13A25E3198}"/>
              </a:ext>
            </a:extLst>
          </p:cNvPr>
          <p:cNvSpPr/>
          <p:nvPr/>
        </p:nvSpPr>
        <p:spPr>
          <a:xfrm>
            <a:off x="908938" y="2411508"/>
            <a:ext cx="7981062" cy="1849209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 err="1">
                <a:solidFill>
                  <a:schemeClr val="tx1"/>
                </a:solidFill>
              </a:rPr>
              <a:t>train_loader</a:t>
            </a:r>
            <a:r>
              <a:rPr lang="en-US" dirty="0">
                <a:solidFill>
                  <a:schemeClr val="tx1"/>
                </a:solidFill>
              </a:rPr>
              <a:t> = </a:t>
            </a:r>
            <a:r>
              <a:rPr lang="en-US" dirty="0" err="1">
                <a:solidFill>
                  <a:schemeClr val="tx1"/>
                </a:solidFill>
              </a:rPr>
              <a:t>torch.utils.data.DataLoader</a:t>
            </a:r>
            <a:r>
              <a:rPr lang="en-US" dirty="0">
                <a:solidFill>
                  <a:schemeClr val="tx1"/>
                </a:solidFill>
              </a:rPr>
              <a:t>(</a:t>
            </a:r>
          </a:p>
          <a:p>
            <a:r>
              <a:rPr lang="en-US" dirty="0">
                <a:solidFill>
                  <a:schemeClr val="tx1"/>
                </a:solidFill>
              </a:rPr>
              <a:t>    dataset=…,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batch_size</a:t>
            </a:r>
            <a:r>
              <a:rPr lang="en-US" dirty="0">
                <a:solidFill>
                  <a:schemeClr val="tx1"/>
                </a:solidFill>
              </a:rPr>
              <a:t>=…,</a:t>
            </a:r>
          </a:p>
          <a:p>
            <a:r>
              <a:rPr lang="en-US" dirty="0">
                <a:solidFill>
                  <a:schemeClr val="tx1"/>
                </a:solidFill>
              </a:rPr>
              <a:t>    shuffle=False,  # We don't shuffle</a:t>
            </a:r>
          </a:p>
          <a:p>
            <a:r>
              <a:rPr lang="en-US" dirty="0">
                <a:solidFill>
                  <a:schemeClr val="tx1"/>
                </a:solidFill>
              </a:rPr>
              <a:t>    sampler=</a:t>
            </a:r>
            <a:r>
              <a:rPr lang="en-US" dirty="0" err="1">
                <a:solidFill>
                  <a:schemeClr val="tx1"/>
                </a:solidFill>
              </a:rPr>
              <a:t>DistributedSampler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train_dataset</a:t>
            </a:r>
            <a:r>
              <a:rPr lang="en-US" dirty="0">
                <a:solidFill>
                  <a:schemeClr val="tx1"/>
                </a:solidFill>
              </a:rPr>
              <a:t>), # Use the Distributed Sampler here.</a:t>
            </a:r>
          </a:p>
          <a:p>
            <a:r>
              <a:rPr lang="en-US" dirty="0">
                <a:solidFill>
                  <a:schemeClr val="tx1"/>
                </a:solidFill>
              </a:rPr>
              <a:t>)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47363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72A4D0-C0C4-D921-DEA5-80987A2F62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89B816-E318-2688-F144-856345070A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3b: Distributing input data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55EED3C-31F2-ABF6-89D1-36F96012D2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Every time we start new epoch, we have set a new seed for the distributed sampler (otherwise it would go through the samples in the same order every epoch)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See </a:t>
            </a:r>
            <a:r>
              <a:rPr lang="en-US" dirty="0">
                <a:hlinkClick r:id="rId2"/>
              </a:rPr>
              <a:t>https://pytorch.org/docs/stable/data.html?highlight=distributedsampler#torch.utils.data.distributed.DistributedSampler</a:t>
            </a:r>
            <a:r>
              <a:rPr lang="en-US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2834D7A-F401-B17A-EF1B-4D2D7FEE8092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6526204-7EEA-84CE-7E3A-5B8B5BECC2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29</a:t>
            </a:fld>
            <a:endParaRPr lang="nl-NL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D0E3AC9-CBA1-AF33-AEBD-2EF48029AE2B}"/>
              </a:ext>
            </a:extLst>
          </p:cNvPr>
          <p:cNvSpPr/>
          <p:nvPr/>
        </p:nvSpPr>
        <p:spPr>
          <a:xfrm>
            <a:off x="908938" y="2069447"/>
            <a:ext cx="7981062" cy="96914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for epoch in range(0, </a:t>
            </a:r>
            <a:r>
              <a:rPr lang="en-US" dirty="0" err="1">
                <a:solidFill>
                  <a:schemeClr val="tx1"/>
                </a:solidFill>
              </a:rPr>
              <a:t>max_epochs</a:t>
            </a:r>
            <a:r>
              <a:rPr lang="en-US" dirty="0">
                <a:solidFill>
                  <a:schemeClr val="tx1"/>
                </a:solidFill>
              </a:rPr>
              <a:t>):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train_loader.sampler.set_epoch</a:t>
            </a:r>
            <a:r>
              <a:rPr lang="en-US" dirty="0">
                <a:solidFill>
                  <a:schemeClr val="tx1"/>
                </a:solidFill>
              </a:rPr>
              <a:t>(epoch)</a:t>
            </a:r>
          </a:p>
          <a:p>
            <a:r>
              <a:rPr lang="en-US" dirty="0">
                <a:solidFill>
                  <a:schemeClr val="tx1"/>
                </a:solidFill>
              </a:rPr>
              <a:t>    train(…)  # Call actual training function that loops over batches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567222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FD3E7B2-464E-17B3-94D9-B3D1DCC4C5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F32061-9ED3-2D34-98BE-A7F0392284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4: Send data to correct GPU</a:t>
            </a:r>
            <a:br>
              <a:rPr lang="en-US" dirty="0"/>
            </a:b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C273D4E-2577-BED6-4154-D96E2A59467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Why: our input data needs to be sent to the GPU that is assigned to our (local) rank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How: by using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.to(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local_rank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0674DAB-30BC-D0DA-47D6-789D87135B3A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413C197-3F98-8C3C-520A-3F10910D2D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30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7050561-177A-F146-782B-79C6C09C5F21}"/>
              </a:ext>
            </a:extLst>
          </p:cNvPr>
          <p:cNvSpPr/>
          <p:nvPr/>
        </p:nvSpPr>
        <p:spPr>
          <a:xfrm>
            <a:off x="908938" y="2411509"/>
            <a:ext cx="7981062" cy="10174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 for </a:t>
            </a:r>
            <a:r>
              <a:rPr lang="en-US" dirty="0" err="1">
                <a:solidFill>
                  <a:schemeClr val="tx1"/>
                </a:solidFill>
              </a:rPr>
              <a:t>batch_idx</a:t>
            </a:r>
            <a:r>
              <a:rPr lang="en-US" dirty="0">
                <a:solidFill>
                  <a:schemeClr val="tx1"/>
                </a:solidFill>
              </a:rPr>
              <a:t>, (data, target) in enumerate(</a:t>
            </a:r>
            <a:r>
              <a:rPr lang="en-US" dirty="0" err="1">
                <a:solidFill>
                  <a:schemeClr val="tx1"/>
                </a:solidFill>
              </a:rPr>
              <a:t>train_loader</a:t>
            </a:r>
            <a:r>
              <a:rPr lang="en-US" dirty="0">
                <a:solidFill>
                  <a:schemeClr val="tx1"/>
                </a:solidFill>
              </a:rPr>
              <a:t>):</a:t>
            </a:r>
          </a:p>
          <a:p>
            <a:r>
              <a:rPr lang="en-US" dirty="0">
                <a:solidFill>
                  <a:schemeClr val="tx1"/>
                </a:solidFill>
              </a:rPr>
              <a:t>        data, target = data.to(</a:t>
            </a:r>
            <a:r>
              <a:rPr lang="en-US" dirty="0" err="1">
                <a:solidFill>
                  <a:schemeClr val="tx1"/>
                </a:solidFill>
              </a:rPr>
              <a:t>local_rank</a:t>
            </a:r>
            <a:r>
              <a:rPr lang="en-US" dirty="0">
                <a:solidFill>
                  <a:schemeClr val="tx1"/>
                </a:solidFill>
              </a:rPr>
              <a:t>), target.to(</a:t>
            </a:r>
            <a:r>
              <a:rPr lang="en-US" dirty="0" err="1">
                <a:solidFill>
                  <a:schemeClr val="tx1"/>
                </a:solidFill>
              </a:rPr>
              <a:t>local_rank</a:t>
            </a:r>
            <a:r>
              <a:rPr lang="en-US" dirty="0">
                <a:solidFill>
                  <a:schemeClr val="tx1"/>
                </a:solidFill>
              </a:rPr>
              <a:t>)</a:t>
            </a:r>
          </a:p>
          <a:p>
            <a:r>
              <a:rPr lang="en-US" dirty="0">
                <a:solidFill>
                  <a:schemeClr val="tx1"/>
                </a:solidFill>
              </a:rPr>
              <a:t>        …</a:t>
            </a:r>
            <a:endParaRPr lang="en-NL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470962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726B6D-34EF-9CC9-C987-785FC6BB87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2C53D-5376-E11E-2353-871977F50A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5: Alter saving model checkpoint (optional)</a:t>
            </a:r>
            <a:br>
              <a:rPr lang="en-US" dirty="0"/>
            </a:b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7DA7B4C-D687-6D2D-8861-374EA8DD89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Why: the DDP model’s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state_dict</a:t>
            </a:r>
            <a:r>
              <a:rPr lang="en-US" dirty="0"/>
              <a:t> contains the original model as a module. Thus, all the original model’s parameters are prefixed with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module.</a:t>
            </a:r>
            <a:endParaRPr lang="en-US" dirty="0"/>
          </a:p>
          <a:p>
            <a:pPr marL="533400" lvl="1">
              <a:buFont typeface="Arial" panose="020B0604020202020204" pitchFamily="34" charset="0"/>
              <a:buChar char="•"/>
            </a:pPr>
            <a:r>
              <a:rPr lang="en-US" i="1" dirty="0"/>
              <a:t>If</a:t>
            </a:r>
            <a:r>
              <a:rPr lang="en-US" dirty="0"/>
              <a:t> you want to load this into another DDP-wrapped version of your model, that’s fine</a:t>
            </a:r>
          </a:p>
          <a:p>
            <a:pPr marL="533400" lvl="1">
              <a:buFont typeface="Arial" panose="020B0604020202020204" pitchFamily="34" charset="0"/>
              <a:buChar char="•"/>
            </a:pPr>
            <a:r>
              <a:rPr lang="en-US" i="1" dirty="0"/>
              <a:t>If </a:t>
            </a:r>
            <a:r>
              <a:rPr lang="en-US" dirty="0"/>
              <a:t>you want to load this into an unwrapped version of your module, you’d have to strip the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module.</a:t>
            </a:r>
            <a:r>
              <a:rPr lang="en-US" dirty="0"/>
              <a:t> prefixes.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How: if you want to load into another DDP-wrapped version of your model, keep:</a:t>
            </a:r>
          </a:p>
          <a:p>
            <a:pPr marL="0" indent="0">
              <a:buNone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 marL="0" indent="0">
              <a:buNone/>
            </a:pPr>
            <a:r>
              <a:rPr lang="en-US" dirty="0"/>
              <a:t>If you want to load into a serial version of your model, instead use: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79AB4A-B34B-4D7D-6BE3-34CFA4A826FE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C058C4-1BBE-AC8D-9132-3E88A03582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31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5F58B79-5919-0567-5F8B-B71EAC6E2FAD}"/>
              </a:ext>
            </a:extLst>
          </p:cNvPr>
          <p:cNvSpPr/>
          <p:nvPr/>
        </p:nvSpPr>
        <p:spPr>
          <a:xfrm>
            <a:off x="908938" y="3960909"/>
            <a:ext cx="7981062" cy="4840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torch.save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model.state_dict</a:t>
            </a:r>
            <a:r>
              <a:rPr lang="en-US" dirty="0">
                <a:solidFill>
                  <a:schemeClr val="tx1"/>
                </a:solidFill>
              </a:rPr>
              <a:t>(), "mnist_cnn.pt")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0C502D6-0961-9F53-FE3A-6403927C0F1D}"/>
              </a:ext>
            </a:extLst>
          </p:cNvPr>
          <p:cNvSpPr/>
          <p:nvPr/>
        </p:nvSpPr>
        <p:spPr>
          <a:xfrm>
            <a:off x="908938" y="5390558"/>
            <a:ext cx="7981062" cy="484091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torch.save</a:t>
            </a:r>
            <a:r>
              <a:rPr lang="en-US" dirty="0">
                <a:solidFill>
                  <a:schemeClr val="tx1"/>
                </a:solidFill>
              </a:rPr>
              <a:t>(</a:t>
            </a:r>
            <a:r>
              <a:rPr lang="en-US" dirty="0" err="1">
                <a:solidFill>
                  <a:schemeClr val="tx1"/>
                </a:solidFill>
              </a:rPr>
              <a:t>model.module.state_dict</a:t>
            </a:r>
            <a:r>
              <a:rPr lang="en-US" dirty="0">
                <a:solidFill>
                  <a:schemeClr val="tx1"/>
                </a:solidFill>
              </a:rPr>
              <a:t>(), "mnist_cnn.pt")</a:t>
            </a:r>
          </a:p>
        </p:txBody>
      </p:sp>
    </p:spTree>
    <p:extLst>
      <p:ext uri="{BB962C8B-B14F-4D97-AF65-F5344CB8AC3E}">
        <p14:creationId xmlns:p14="http://schemas.microsoft.com/office/powerpoint/2010/main" val="1493518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FAC758-EBF1-8A5D-AFD1-6F355DCE16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3D1DDE-F203-7664-BB35-F04A45059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6a: Running the code: spawning multiple processes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1FFEAF-074E-7D92-4ED3-989D762DBE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Why: DDP is intended for multiple processes working together – so we need to start the code multiple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How: using </a:t>
            </a:r>
            <a:r>
              <a:rPr lang="en-US" dirty="0" err="1"/>
              <a:t>srun</a:t>
            </a:r>
            <a:r>
              <a:rPr lang="en-US" dirty="0"/>
              <a:t> as a parallel launcher after setting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MASTER_ADDR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MASTER_PORT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58B7485-DB32-6FC0-AEFD-1EC3C117F1BF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C18B144-3F0B-8EFD-683F-FCACC1787B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32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94F9E0B-C05C-69EF-AF4B-698B7324113C}"/>
              </a:ext>
            </a:extLst>
          </p:cNvPr>
          <p:cNvSpPr/>
          <p:nvPr/>
        </p:nvSpPr>
        <p:spPr>
          <a:xfrm>
            <a:off x="1315188" y="2898229"/>
            <a:ext cx="7981062" cy="29591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#!/bin/bash</a:t>
            </a:r>
          </a:p>
          <a:p>
            <a:r>
              <a:rPr lang="en-US" dirty="0">
                <a:solidFill>
                  <a:schemeClr val="tx1"/>
                </a:solidFill>
              </a:rPr>
              <a:t>#SBATCH --job-name=</a:t>
            </a:r>
            <a:r>
              <a:rPr lang="en-US" dirty="0" err="1">
                <a:solidFill>
                  <a:schemeClr val="tx1"/>
                </a:solidFill>
              </a:rPr>
              <a:t>mnist-ddp</a:t>
            </a:r>
            <a:r>
              <a:rPr lang="en-US" dirty="0">
                <a:solidFill>
                  <a:schemeClr val="tx1"/>
                </a:solidFill>
              </a:rPr>
              <a:t> --partition=</a:t>
            </a:r>
            <a:r>
              <a:rPr lang="en-US" dirty="0" err="1">
                <a:solidFill>
                  <a:schemeClr val="tx1"/>
                </a:solidFill>
              </a:rPr>
              <a:t>gpu</a:t>
            </a:r>
            <a:r>
              <a:rPr lang="en-US" dirty="0">
                <a:solidFill>
                  <a:schemeClr val="tx1"/>
                </a:solidFill>
              </a:rPr>
              <a:t> --time=10:00</a:t>
            </a:r>
          </a:p>
          <a:p>
            <a:r>
              <a:rPr lang="en-US" dirty="0">
                <a:solidFill>
                  <a:schemeClr val="tx1"/>
                </a:solidFill>
              </a:rPr>
              <a:t>#SBATCH --</a:t>
            </a:r>
            <a:r>
              <a:rPr lang="en-US" dirty="0" err="1">
                <a:solidFill>
                  <a:schemeClr val="tx1"/>
                </a:solidFill>
              </a:rPr>
              <a:t>ntasks</a:t>
            </a:r>
            <a:r>
              <a:rPr lang="en-US" dirty="0">
                <a:solidFill>
                  <a:schemeClr val="tx1"/>
                </a:solidFill>
              </a:rPr>
              <a:t>=8 --</a:t>
            </a:r>
            <a:r>
              <a:rPr lang="en-US" dirty="0" err="1">
                <a:solidFill>
                  <a:schemeClr val="tx1"/>
                </a:solidFill>
              </a:rPr>
              <a:t>ntasks</a:t>
            </a:r>
            <a:r>
              <a:rPr lang="en-US" dirty="0">
                <a:solidFill>
                  <a:schemeClr val="tx1"/>
                </a:solidFill>
              </a:rPr>
              <a:t>-per-node=4 --</a:t>
            </a:r>
            <a:r>
              <a:rPr lang="en-US" dirty="0" err="1">
                <a:solidFill>
                  <a:schemeClr val="tx1"/>
                </a:solidFill>
              </a:rPr>
              <a:t>gpus</a:t>
            </a:r>
            <a:r>
              <a:rPr lang="en-US" dirty="0">
                <a:solidFill>
                  <a:schemeClr val="tx1"/>
                </a:solidFill>
              </a:rPr>
              <a:t>-per-node=4 --</a:t>
            </a:r>
            <a:r>
              <a:rPr lang="en-US" dirty="0" err="1">
                <a:solidFill>
                  <a:schemeClr val="tx1"/>
                </a:solidFill>
              </a:rPr>
              <a:t>cpus</a:t>
            </a:r>
            <a:r>
              <a:rPr lang="en-US" dirty="0">
                <a:solidFill>
                  <a:schemeClr val="tx1"/>
                </a:solidFill>
              </a:rPr>
              <a:t>-per-task=18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# Pick a quasi-random port, and use the first node in the allocation as master node</a:t>
            </a:r>
          </a:p>
          <a:p>
            <a:r>
              <a:rPr lang="en-US" dirty="0">
                <a:solidFill>
                  <a:schemeClr val="tx1"/>
                </a:solidFill>
              </a:rPr>
              <a:t>export MASTER_PORT=$(expr 10000 + $(echo -n $SLURM_JOBID | tail -c 4))</a:t>
            </a:r>
          </a:p>
          <a:p>
            <a:r>
              <a:rPr lang="en-US" dirty="0" err="1">
                <a:solidFill>
                  <a:schemeClr val="tx1"/>
                </a:solidFill>
              </a:rPr>
              <a:t>master_addr</a:t>
            </a:r>
            <a:r>
              <a:rPr lang="en-US" dirty="0">
                <a:solidFill>
                  <a:schemeClr val="tx1"/>
                </a:solidFill>
              </a:rPr>
              <a:t>=$(</a:t>
            </a:r>
            <a:r>
              <a:rPr lang="en-US" dirty="0" err="1">
                <a:solidFill>
                  <a:schemeClr val="tx1"/>
                </a:solidFill>
              </a:rPr>
              <a:t>scontrol</a:t>
            </a:r>
            <a:r>
              <a:rPr lang="en-US" dirty="0">
                <a:solidFill>
                  <a:schemeClr val="tx1"/>
                </a:solidFill>
              </a:rPr>
              <a:t> show hostnames "$SLURM_JOB_NODELIST" | head -n 1)</a:t>
            </a:r>
          </a:p>
          <a:p>
            <a:r>
              <a:rPr lang="en-US" dirty="0">
                <a:solidFill>
                  <a:schemeClr val="tx1"/>
                </a:solidFill>
              </a:rPr>
              <a:t>export MASTER_ADDR=$</a:t>
            </a:r>
            <a:r>
              <a:rPr lang="en-US" dirty="0" err="1">
                <a:solidFill>
                  <a:schemeClr val="tx1"/>
                </a:solidFill>
              </a:rPr>
              <a:t>master_addr</a:t>
            </a:r>
            <a:endParaRPr lang="en-US" dirty="0">
              <a:solidFill>
                <a:schemeClr val="tx1"/>
              </a:solidFill>
            </a:endParaRP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srun</a:t>
            </a:r>
            <a:r>
              <a:rPr lang="en-US" dirty="0">
                <a:solidFill>
                  <a:schemeClr val="tx1"/>
                </a:solidFill>
              </a:rPr>
              <a:t> python mnist_classify_ddp.py &lt;</a:t>
            </a:r>
            <a:r>
              <a:rPr lang="en-US" dirty="0" err="1">
                <a:solidFill>
                  <a:schemeClr val="tx1"/>
                </a:solidFill>
              </a:rPr>
              <a:t>script_arguments</a:t>
            </a:r>
            <a:r>
              <a:rPr lang="en-US" dirty="0">
                <a:solidFill>
                  <a:schemeClr val="tx1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33453203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FA903-C4E4-6567-A4AA-AEDC5B3BC3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C33C8D-F699-1B80-4746-C04CA70A7B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6b: Running the code: spawning multiple processes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30A0389-D271-486C-E5BC-67A45C2606C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9483793" cy="5547802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Why: DDP is intended for multiple processes working together – so we need to start the code multiple times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How: using </a:t>
            </a:r>
            <a:r>
              <a:rPr lang="en-US" dirty="0" err="1"/>
              <a:t>torchrun</a:t>
            </a:r>
            <a:r>
              <a:rPr lang="en-US" dirty="0"/>
              <a:t> as a parallel launcher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Where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mnist_classify_ddp_torchrun.py</a:t>
            </a:r>
            <a:r>
              <a:rPr lang="en-US" dirty="0">
                <a:solidFill>
                  <a:schemeClr val="tx1"/>
                </a:solidFill>
              </a:rPr>
              <a:t> has some small modifications compared to the original script…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Note the 2 tasks &amp; 1 task per node: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srun</a:t>
            </a:r>
            <a:r>
              <a:rPr lang="en-US" dirty="0"/>
              <a:t> launches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torchrun</a:t>
            </a:r>
            <a:r>
              <a:rPr lang="en-US" dirty="0"/>
              <a:t> once per node, and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torchrun</a:t>
            </a:r>
            <a:r>
              <a:rPr lang="en-US" dirty="0"/>
              <a:t> itself then launches 4 processes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FE8A106-67E4-2F26-1632-B597E44B11DB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D36601-5FFC-DF7F-676D-831C98633E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33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2DEF2080-4CB8-885F-16D0-F022C07CAB0F}"/>
              </a:ext>
            </a:extLst>
          </p:cNvPr>
          <p:cNvSpPr/>
          <p:nvPr/>
        </p:nvSpPr>
        <p:spPr>
          <a:xfrm>
            <a:off x="712650" y="2428062"/>
            <a:ext cx="9590850" cy="24741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#!/bin/bash</a:t>
            </a:r>
          </a:p>
          <a:p>
            <a:r>
              <a:rPr lang="en-US" dirty="0">
                <a:solidFill>
                  <a:schemeClr val="tx1"/>
                </a:solidFill>
              </a:rPr>
              <a:t>#SBATCH --job-name=</a:t>
            </a:r>
            <a:r>
              <a:rPr lang="en-US" dirty="0" err="1">
                <a:solidFill>
                  <a:schemeClr val="tx1"/>
                </a:solidFill>
              </a:rPr>
              <a:t>mnist-ddp</a:t>
            </a:r>
            <a:r>
              <a:rPr lang="en-US" dirty="0">
                <a:solidFill>
                  <a:schemeClr val="tx1"/>
                </a:solidFill>
              </a:rPr>
              <a:t> --partition=</a:t>
            </a:r>
            <a:r>
              <a:rPr lang="en-US" dirty="0" err="1">
                <a:solidFill>
                  <a:schemeClr val="tx1"/>
                </a:solidFill>
              </a:rPr>
              <a:t>gpu</a:t>
            </a:r>
            <a:r>
              <a:rPr lang="en-US" dirty="0">
                <a:solidFill>
                  <a:schemeClr val="tx1"/>
                </a:solidFill>
              </a:rPr>
              <a:t> --time=10:00</a:t>
            </a:r>
          </a:p>
          <a:p>
            <a:r>
              <a:rPr lang="en-US" dirty="0">
                <a:solidFill>
                  <a:schemeClr val="tx1"/>
                </a:solidFill>
              </a:rPr>
              <a:t>#SBATCH </a:t>
            </a:r>
            <a:r>
              <a:rPr lang="en-US" b="1" dirty="0">
                <a:solidFill>
                  <a:schemeClr val="tx1"/>
                </a:solidFill>
              </a:rPr>
              <a:t>--</a:t>
            </a:r>
            <a:r>
              <a:rPr lang="en-US" b="1" dirty="0" err="1">
                <a:solidFill>
                  <a:schemeClr val="tx1"/>
                </a:solidFill>
              </a:rPr>
              <a:t>ntasks</a:t>
            </a:r>
            <a:r>
              <a:rPr lang="en-US" b="1" dirty="0">
                <a:solidFill>
                  <a:schemeClr val="tx1"/>
                </a:solidFill>
              </a:rPr>
              <a:t>=2 --</a:t>
            </a:r>
            <a:r>
              <a:rPr lang="en-US" b="1" dirty="0" err="1">
                <a:solidFill>
                  <a:schemeClr val="tx1"/>
                </a:solidFill>
              </a:rPr>
              <a:t>ntasks</a:t>
            </a:r>
            <a:r>
              <a:rPr lang="en-US" b="1" dirty="0">
                <a:solidFill>
                  <a:schemeClr val="tx1"/>
                </a:solidFill>
              </a:rPr>
              <a:t>-per-node=1</a:t>
            </a:r>
            <a:r>
              <a:rPr lang="en-US" dirty="0">
                <a:solidFill>
                  <a:schemeClr val="tx1"/>
                </a:solidFill>
              </a:rPr>
              <a:t> --</a:t>
            </a:r>
            <a:r>
              <a:rPr lang="en-US" dirty="0" err="1">
                <a:solidFill>
                  <a:schemeClr val="tx1"/>
                </a:solidFill>
              </a:rPr>
              <a:t>gpus</a:t>
            </a:r>
            <a:r>
              <a:rPr lang="en-US" dirty="0">
                <a:solidFill>
                  <a:schemeClr val="tx1"/>
                </a:solidFill>
              </a:rPr>
              <a:t>-per-node=4 --</a:t>
            </a:r>
            <a:r>
              <a:rPr lang="en-US" dirty="0" err="1">
                <a:solidFill>
                  <a:schemeClr val="tx1"/>
                </a:solidFill>
              </a:rPr>
              <a:t>cpus</a:t>
            </a:r>
            <a:r>
              <a:rPr lang="en-US" dirty="0">
                <a:solidFill>
                  <a:schemeClr val="tx1"/>
                </a:solidFill>
              </a:rPr>
              <a:t>-per-task=18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 err="1">
                <a:solidFill>
                  <a:schemeClr val="tx1"/>
                </a:solidFill>
              </a:rPr>
              <a:t>head_node_ip</a:t>
            </a:r>
            <a:r>
              <a:rPr lang="en-US" dirty="0">
                <a:solidFill>
                  <a:schemeClr val="tx1"/>
                </a:solidFill>
              </a:rPr>
              <a:t>=$(hostname --</a:t>
            </a:r>
            <a:r>
              <a:rPr lang="en-US" dirty="0" err="1">
                <a:solidFill>
                  <a:schemeClr val="tx1"/>
                </a:solidFill>
              </a:rPr>
              <a:t>ip</a:t>
            </a:r>
            <a:r>
              <a:rPr lang="en-US" dirty="0">
                <a:solidFill>
                  <a:schemeClr val="tx1"/>
                </a:solidFill>
              </a:rPr>
              <a:t>-address)</a:t>
            </a:r>
          </a:p>
          <a:p>
            <a:r>
              <a:rPr lang="en-US" dirty="0">
                <a:solidFill>
                  <a:schemeClr val="tx1"/>
                </a:solidFill>
              </a:rPr>
              <a:t>OMP_NUM_THREADS=18 </a:t>
            </a:r>
            <a:r>
              <a:rPr lang="en-US" dirty="0" err="1">
                <a:solidFill>
                  <a:schemeClr val="tx1"/>
                </a:solidFill>
              </a:rPr>
              <a:t>srun</a:t>
            </a:r>
            <a:r>
              <a:rPr lang="en-US" dirty="0">
                <a:solidFill>
                  <a:schemeClr val="tx1"/>
                </a:solidFill>
              </a:rPr>
              <a:t> </a:t>
            </a:r>
            <a:r>
              <a:rPr lang="en-US" dirty="0" err="1">
                <a:solidFill>
                  <a:schemeClr val="tx1"/>
                </a:solidFill>
              </a:rPr>
              <a:t>torchrun</a:t>
            </a:r>
            <a:r>
              <a:rPr lang="en-US" dirty="0">
                <a:solidFill>
                  <a:schemeClr val="tx1"/>
                </a:solidFill>
              </a:rPr>
              <a:t> --</a:t>
            </a:r>
            <a:r>
              <a:rPr lang="en-US" dirty="0" err="1">
                <a:solidFill>
                  <a:schemeClr val="tx1"/>
                </a:solidFill>
              </a:rPr>
              <a:t>nproc_per_node</a:t>
            </a:r>
            <a:r>
              <a:rPr lang="en-US" dirty="0">
                <a:solidFill>
                  <a:schemeClr val="tx1"/>
                </a:solidFill>
              </a:rPr>
              <a:t>=4 --</a:t>
            </a:r>
            <a:r>
              <a:rPr lang="en-US" dirty="0" err="1">
                <a:solidFill>
                  <a:schemeClr val="tx1"/>
                </a:solidFill>
              </a:rPr>
              <a:t>nnodes</a:t>
            </a:r>
            <a:r>
              <a:rPr lang="en-US" dirty="0">
                <a:solidFill>
                  <a:schemeClr val="tx1"/>
                </a:solidFill>
              </a:rPr>
              <a:t> 2 --</a:t>
            </a:r>
            <a:r>
              <a:rPr lang="en-US" dirty="0" err="1">
                <a:solidFill>
                  <a:schemeClr val="tx1"/>
                </a:solidFill>
              </a:rPr>
              <a:t>rdzv_id</a:t>
            </a:r>
            <a:r>
              <a:rPr lang="en-US" dirty="0">
                <a:solidFill>
                  <a:schemeClr val="tx1"/>
                </a:solidFill>
              </a:rPr>
              <a:t> 1234 --</a:t>
            </a:r>
            <a:r>
              <a:rPr lang="en-US" dirty="0" err="1">
                <a:solidFill>
                  <a:schemeClr val="tx1"/>
                </a:solidFill>
              </a:rPr>
              <a:t>rdzv_backend</a:t>
            </a:r>
            <a:r>
              <a:rPr lang="en-US" dirty="0">
                <a:solidFill>
                  <a:schemeClr val="tx1"/>
                </a:solidFill>
              </a:rPr>
              <a:t> c10d --</a:t>
            </a:r>
            <a:r>
              <a:rPr lang="en-US" dirty="0" err="1">
                <a:solidFill>
                  <a:schemeClr val="tx1"/>
                </a:solidFill>
              </a:rPr>
              <a:t>rdzv_endpoint</a:t>
            </a:r>
            <a:r>
              <a:rPr lang="en-US" dirty="0">
                <a:solidFill>
                  <a:schemeClr val="tx1"/>
                </a:solidFill>
              </a:rPr>
              <a:t> $head_node_ip:29500 mnist_classify_ddp_torchrun.py &lt;</a:t>
            </a:r>
            <a:r>
              <a:rPr lang="en-US" dirty="0" err="1">
                <a:solidFill>
                  <a:schemeClr val="tx1"/>
                </a:solidFill>
              </a:rPr>
              <a:t>script_arguments</a:t>
            </a:r>
            <a:r>
              <a:rPr lang="en-US" dirty="0">
                <a:solidFill>
                  <a:schemeClr val="tx1"/>
                </a:solidFill>
              </a:rPr>
              <a:t>&gt;</a:t>
            </a:r>
          </a:p>
        </p:txBody>
      </p:sp>
    </p:spTree>
    <p:extLst>
      <p:ext uri="{BB962C8B-B14F-4D97-AF65-F5344CB8AC3E}">
        <p14:creationId xmlns:p14="http://schemas.microsoft.com/office/powerpoint/2010/main" val="725942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8E90B9-50F1-C8B3-AD9C-B6EEDC3384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021770-6457-F2DE-8202-A8F9438EE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6b: Running the code: spawning multiple processes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19AE26C-09E3-1B84-EDF2-98FF0A630CF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Where </a:t>
            </a:r>
            <a:r>
              <a:rPr lang="en-US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mnist_classify_ddp_torchrun.py</a:t>
            </a:r>
            <a:r>
              <a:rPr lang="en-US" dirty="0">
                <a:solidFill>
                  <a:schemeClr val="tx1"/>
                </a:solidFill>
              </a:rPr>
              <a:t> has some small modifications compared to the original script: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N.B. we still retrieve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local_rank</a:t>
            </a:r>
            <a:r>
              <a:rPr lang="en-US" dirty="0"/>
              <a:t> and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rank</a:t>
            </a:r>
            <a:r>
              <a:rPr lang="en-US" dirty="0"/>
              <a:t> from the environment because we use them elsewhere in the code, e.g. in our 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.to(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local_rank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n-US" dirty="0"/>
              <a:t> statements</a:t>
            </a:r>
            <a:endParaRPr lang="en-US" dirty="0">
              <a:solidFill>
                <a:schemeClr val="tx1"/>
              </a:solidFill>
            </a:endParaRP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C2454A3-2793-6A3B-6814-D985DD4CA80D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73A9111-F578-D138-C200-341F3AC2D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34</a:t>
            </a:fld>
            <a:endParaRPr lang="nl-NL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0876EE1-54D9-781E-7F26-259FFFB6168E}"/>
              </a:ext>
            </a:extLst>
          </p:cNvPr>
          <p:cNvSpPr/>
          <p:nvPr/>
        </p:nvSpPr>
        <p:spPr>
          <a:xfrm>
            <a:off x="712650" y="2097862"/>
            <a:ext cx="9590850" cy="235983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en-US" dirty="0">
                <a:solidFill>
                  <a:schemeClr val="tx1"/>
                </a:solidFill>
              </a:rPr>
              <a:t>def </a:t>
            </a:r>
            <a:r>
              <a:rPr lang="en-US" dirty="0" err="1">
                <a:solidFill>
                  <a:schemeClr val="tx1"/>
                </a:solidFill>
              </a:rPr>
              <a:t>ddp_setup</a:t>
            </a:r>
            <a:r>
              <a:rPr lang="en-US" dirty="0">
                <a:solidFill>
                  <a:schemeClr val="tx1"/>
                </a:solidFill>
              </a:rPr>
              <a:t>()</a:t>
            </a:r>
          </a:p>
          <a:p>
            <a:r>
              <a:rPr lang="en-US" dirty="0">
                <a:solidFill>
                  <a:schemeClr val="tx1"/>
                </a:solidFill>
              </a:rPr>
              <a:t>    # These get set by </a:t>
            </a:r>
            <a:r>
              <a:rPr lang="en-US" dirty="0" err="1">
                <a:solidFill>
                  <a:schemeClr val="tx1"/>
                </a:solidFill>
              </a:rPr>
              <a:t>torchrun</a:t>
            </a:r>
            <a:r>
              <a:rPr lang="en-US" dirty="0">
                <a:solidFill>
                  <a:schemeClr val="tx1"/>
                </a:solidFill>
              </a:rPr>
              <a:t>, let's get them from the environment:</a:t>
            </a: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local_rank</a:t>
            </a:r>
            <a:r>
              <a:rPr lang="en-US" dirty="0">
                <a:solidFill>
                  <a:schemeClr val="tx1"/>
                </a:solidFill>
              </a:rPr>
              <a:t> = int(</a:t>
            </a:r>
            <a:r>
              <a:rPr lang="en-US" dirty="0" err="1">
                <a:solidFill>
                  <a:schemeClr val="tx1"/>
                </a:solidFill>
              </a:rPr>
              <a:t>os.environ</a:t>
            </a:r>
            <a:r>
              <a:rPr lang="en-US" dirty="0">
                <a:solidFill>
                  <a:schemeClr val="tx1"/>
                </a:solidFill>
              </a:rPr>
              <a:t>["LOCAL_RANK"])</a:t>
            </a:r>
          </a:p>
          <a:p>
            <a:r>
              <a:rPr lang="en-US" dirty="0">
                <a:solidFill>
                  <a:schemeClr val="tx1"/>
                </a:solidFill>
              </a:rPr>
              <a:t>    rank = int(</a:t>
            </a:r>
            <a:r>
              <a:rPr lang="en-US" dirty="0" err="1">
                <a:solidFill>
                  <a:schemeClr val="tx1"/>
                </a:solidFill>
              </a:rPr>
              <a:t>os.environ</a:t>
            </a:r>
            <a:r>
              <a:rPr lang="en-US" dirty="0">
                <a:solidFill>
                  <a:schemeClr val="tx1"/>
                </a:solidFill>
              </a:rPr>
              <a:t>["RANK"])</a:t>
            </a:r>
          </a:p>
          <a:p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# no need to pass them explicitly anymore to the </a:t>
            </a:r>
            <a:r>
              <a:rPr lang="en-US" dirty="0" err="1">
                <a:solidFill>
                  <a:schemeClr val="tx1"/>
                </a:solidFill>
              </a:rPr>
              <a:t>init_process_group</a:t>
            </a:r>
            <a:endParaRPr lang="en-US" dirty="0">
              <a:solidFill>
                <a:schemeClr val="tx1"/>
              </a:solidFill>
            </a:endParaRPr>
          </a:p>
          <a:p>
            <a:r>
              <a:rPr lang="en-US" dirty="0">
                <a:solidFill>
                  <a:schemeClr val="tx1"/>
                </a:solidFill>
              </a:rPr>
              <a:t>    </a:t>
            </a:r>
            <a:r>
              <a:rPr lang="en-US" dirty="0" err="1">
                <a:solidFill>
                  <a:schemeClr val="tx1"/>
                </a:solidFill>
              </a:rPr>
              <a:t>dist.init_process_group</a:t>
            </a:r>
            <a:r>
              <a:rPr lang="en-US" dirty="0">
                <a:solidFill>
                  <a:schemeClr val="tx1"/>
                </a:solidFill>
              </a:rPr>
              <a:t>(backend="</a:t>
            </a:r>
            <a:r>
              <a:rPr lang="en-US" dirty="0" err="1">
                <a:solidFill>
                  <a:schemeClr val="tx1"/>
                </a:solidFill>
              </a:rPr>
              <a:t>nccl</a:t>
            </a:r>
            <a:r>
              <a:rPr lang="en-US" dirty="0">
                <a:solidFill>
                  <a:schemeClr val="tx1"/>
                </a:solidFill>
              </a:rPr>
              <a:t>")</a:t>
            </a:r>
          </a:p>
          <a:p>
            <a:r>
              <a:rPr lang="en-US" dirty="0">
                <a:solidFill>
                  <a:schemeClr val="tx1"/>
                </a:solidFill>
              </a:rPr>
              <a:t>    return rank, </a:t>
            </a:r>
            <a:r>
              <a:rPr lang="en-US" dirty="0" err="1">
                <a:solidFill>
                  <a:schemeClr val="tx1"/>
                </a:solidFill>
              </a:rPr>
              <a:t>local_rank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4828472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6AF0E8-6211-ED39-DE8F-33157F73D1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A94394-3D1E-E174-9687-8C7D6B6942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Step 6: Running the code: spawning multiple processes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92236BC-AD77-796C-2319-B957BA5A83D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950919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You could even use things like </a:t>
            </a:r>
            <a:r>
              <a:rPr lang="en-US" dirty="0" err="1"/>
              <a:t>mpirun</a:t>
            </a:r>
            <a:r>
              <a:rPr lang="en-US" dirty="0"/>
              <a:t>, or other ways of spawning multiple processes, </a:t>
            </a:r>
            <a:r>
              <a:rPr lang="en-US" i="1" dirty="0"/>
              <a:t>as long as you adapt your code accordingly</a:t>
            </a:r>
            <a:r>
              <a:rPr lang="en-US" dirty="0"/>
              <a:t> so that it is able to determine the rank and local rank for the current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So… which should I use? Depends on personal preference, needs, </a:t>
            </a:r>
            <a:r>
              <a:rPr lang="en-US" dirty="0" err="1"/>
              <a:t>etc</a:t>
            </a:r>
            <a:r>
              <a:rPr lang="en-US" dirty="0"/>
              <a:t>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srun</a:t>
            </a:r>
            <a:r>
              <a:rPr lang="en-US" dirty="0"/>
              <a:t>: less abstraction. Probably easier for your HPC site to help you. More clear and explicit what is happening.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torchrun</a:t>
            </a:r>
            <a:r>
              <a:rPr lang="en-US" dirty="0"/>
              <a:t>: more abstraction, but also more functionality. Can automatically restart if single ranks fail (with </a:t>
            </a:r>
            <a:r>
              <a:rPr lang="en-US" dirty="0" err="1"/>
              <a:t>srun</a:t>
            </a:r>
            <a:r>
              <a:rPr lang="en-US" dirty="0"/>
              <a:t>, you’d have to manually submit a new job &amp; restart from checkpoint). Probably easier for the Torch community to help you. See </a:t>
            </a:r>
            <a:r>
              <a:rPr lang="en-US" dirty="0">
                <a:hlinkClick r:id="rId2"/>
              </a:rPr>
              <a:t>https://pytorch.org/tutorials/beginner/ddp_series_fault_tolerance.html</a:t>
            </a:r>
            <a:r>
              <a:rPr lang="en-US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Word-of-warning: I saw a 5% (single node) – 25% (</a:t>
            </a:r>
            <a:r>
              <a:rPr lang="en-US" dirty="0" err="1"/>
              <a:t>multinode</a:t>
            </a:r>
            <a:r>
              <a:rPr lang="en-US" dirty="0"/>
              <a:t>) performance decrease when using </a:t>
            </a:r>
            <a:r>
              <a:rPr lang="en-US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torchrun</a:t>
            </a:r>
            <a:r>
              <a:rPr lang="en-US" dirty="0"/>
              <a:t> on our </a:t>
            </a:r>
            <a:r>
              <a:rPr lang="en-US" dirty="0" err="1"/>
              <a:t>mnist</a:t>
            </a:r>
            <a:r>
              <a:rPr lang="en-US" dirty="0"/>
              <a:t> example code, for which I haven’t found a cause yet =&gt; one of the downsides of more abstraction…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E32B469-1345-5F0D-B39A-BBD89F0E800A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2DDB0E-0136-E087-E1DD-87669A7219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35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2889227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0E3BD-201F-9059-3AEC-6C0B0AD060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2585CA-CC74-A74A-29D9-206334E1A5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Material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A5E29D-8B17-BE52-12FD-A21B19496E3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The </a:t>
            </a:r>
            <a:r>
              <a:rPr lang="nl-NL" dirty="0" err="1"/>
              <a:t>material</a:t>
            </a:r>
            <a:r>
              <a:rPr lang="nl-NL" dirty="0"/>
              <a:t> </a:t>
            </a:r>
            <a:r>
              <a:rPr lang="nl-NL" dirty="0" err="1"/>
              <a:t>for</a:t>
            </a:r>
            <a:r>
              <a:rPr lang="nl-NL" dirty="0"/>
              <a:t> </a:t>
            </a:r>
            <a:r>
              <a:rPr lang="nl-NL" dirty="0" err="1"/>
              <a:t>this</a:t>
            </a:r>
            <a:r>
              <a:rPr lang="nl-NL" dirty="0"/>
              <a:t> </a:t>
            </a:r>
            <a:r>
              <a:rPr lang="nl-NL" dirty="0" err="1"/>
              <a:t>session</a:t>
            </a:r>
            <a:r>
              <a:rPr lang="nl-NL" dirty="0"/>
              <a:t> (slides &amp; </a:t>
            </a:r>
            <a:r>
              <a:rPr lang="nl-NL" dirty="0" err="1"/>
              <a:t>exercise</a:t>
            </a:r>
            <a:r>
              <a:rPr lang="nl-NL" dirty="0"/>
              <a:t>) </a:t>
            </a:r>
            <a:r>
              <a:rPr lang="nl-NL" dirty="0" err="1"/>
              <a:t>can</a:t>
            </a:r>
            <a:r>
              <a:rPr lang="nl-NL" dirty="0"/>
              <a:t> </a:t>
            </a:r>
            <a:r>
              <a:rPr lang="nl-NL" dirty="0" err="1"/>
              <a:t>be</a:t>
            </a:r>
            <a:r>
              <a:rPr lang="nl-NL" dirty="0"/>
              <a:t> </a:t>
            </a:r>
            <a:r>
              <a:rPr lang="nl-NL" dirty="0" err="1"/>
              <a:t>obtained</a:t>
            </a:r>
            <a:r>
              <a:rPr lang="nl-NL" dirty="0"/>
              <a:t> </a:t>
            </a:r>
            <a:r>
              <a:rPr lang="nl-NL" dirty="0" err="1"/>
              <a:t>from</a:t>
            </a:r>
            <a:r>
              <a:rPr lang="nl-NL" dirty="0"/>
              <a:t> GitHub:</a:t>
            </a:r>
          </a:p>
          <a:p>
            <a:pPr marL="0" indent="0">
              <a:buNone/>
            </a:pPr>
            <a:endParaRPr lang="nl-NL" dirty="0"/>
          </a:p>
          <a:p>
            <a:pPr marL="0" indent="0">
              <a:buNone/>
            </a:pPr>
            <a:r>
              <a:rPr lang="nl-NL" dirty="0"/>
              <a:t>git </a:t>
            </a:r>
            <a:r>
              <a:rPr lang="nl-NL" dirty="0" err="1"/>
              <a:t>clone</a:t>
            </a:r>
            <a:r>
              <a:rPr lang="nl-NL" dirty="0"/>
              <a:t> </a:t>
            </a:r>
            <a:r>
              <a:rPr lang="nl-NL" dirty="0">
                <a:hlinkClick r:id="rId2"/>
              </a:rPr>
              <a:t>https://github.com/casparvl/PyTorch_DDP.git</a:t>
            </a:r>
            <a:r>
              <a:rPr lang="nl-NL" dirty="0"/>
              <a:t> </a:t>
            </a:r>
          </a:p>
          <a:p>
            <a:pPr marL="285750" lvl="1" indent="0">
              <a:buNone/>
            </a:pPr>
            <a:endParaRPr lang="nl-NL" dirty="0"/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B3BA0DC-F788-6A46-1C8C-C7E00C754674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3B3D31-B07A-5878-2195-57E920FEDD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36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348081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980A2D-CB75-A217-69FD-AFBA85017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C442EC-6CC7-3FEB-D2A9-41B1FFF8C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Exercise: implement DDP on serial MNIST classification code 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3C41759-9F64-EFA5-C7B3-81ADA067D3E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872922"/>
            <a:ext cx="10085311" cy="498440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You’ll find the serial code in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mnist_classify.py</a:t>
            </a:r>
            <a:r>
              <a:rPr lang="en-US" sz="1800" dirty="0"/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First, create an interactive allocation with 2 GPUs: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salloc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--partition=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boost_usr_prod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--account=tra25_castiel2 --time=10:00 --nodes=1 --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ntasks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-per-node=2 --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gpus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-per-node=2 --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cpus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-per-task=8 --reservation=s_tra_castiel2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Load the software environment: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module load python/3.11.6--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gcc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--8.5.0</a:t>
            </a:r>
            <a:r>
              <a:rPr lang="en-US" sz="1800" dirty="0"/>
              <a:t> and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source $WORK/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PyTorchDDP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pt_ddp_venv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/bin/activate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Try to run the serial code: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srun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–n 1 python3 mnist_classify.py --batch-size 128 --epochs 5 --data-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$WORK/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PyTorchDDP</a:t>
            </a:r>
            <a:endParaRPr lang="en-US" sz="18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Once you have a successful run, try to go through the 6 steps to alter the code, and your job script, to make things run in parallel. You can run your modified script on 2 GPUs using: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srun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–n 2 python3 &lt;my_DDP_script.py&gt; --batch-size 128 --epochs 5 --data-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 $WORK/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PyTorchDDP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Hint: to accurately time the code, add a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dist.barrier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800" dirty="0"/>
              <a:t> </a:t>
            </a:r>
            <a:r>
              <a:rPr lang="en-US" sz="1800" i="1" dirty="0"/>
              <a:t>before</a:t>
            </a:r>
            <a:r>
              <a:rPr lang="en-US" sz="1800" dirty="0"/>
              <a:t> every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time.time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()</a:t>
            </a:r>
            <a:r>
              <a:rPr lang="en-US" sz="1800" dirty="0"/>
              <a:t> invocation. WARNING: you’d never to this in production runs, as unnecessary barriers may increase your overall computation time – this is just so we can time </a:t>
            </a:r>
            <a:r>
              <a:rPr lang="en-US" sz="1800" i="1" dirty="0"/>
              <a:t>this section </a:t>
            </a:r>
            <a:r>
              <a:rPr lang="en-US" sz="1800" dirty="0"/>
              <a:t>of the code accurately!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Do you see any speedup? How much? Is it enough to justify using 2 times more resources?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0E93906-7D7A-F402-67AF-7A480BD72C29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7B6026D-2803-D057-7069-257BC37EC2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37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77010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F9CE1D-FB0D-68CD-B628-DFA530C36F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9991BD-7D1F-206B-0FAF-159BE22CFD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Exercise 1: Try a scaling run on 1, 2, 4, and 8 GPUs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203C033-EAA3-CD22-9A88-6A96520386B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872922"/>
            <a:ext cx="10085311" cy="498440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First, release your 2-GPU allocation from the previous exercise by running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exit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Then, create a job script for your 2-GPU run. List the same arguments to SLURM in your #SBATCH statements, then load the module environment, then launch your 2-GPU run with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srun</a:t>
            </a:r>
            <a:r>
              <a:rPr lang="en-US" sz="1800" dirty="0"/>
              <a:t>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Submit your job script and verify that it completes successfully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Now, scale up: alter your job script so that it runs on 4 and 8 GPUs. Note: we have 40 nodes (120 GPUs) reserved for 50 students. The more students release their 2-GPU interactive allocation, the faster these jobs will be scheduled…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Determine the strong scaling speedup and efficiency on 1, 2, 4 and 8 GPUs and create a scaling plot. See </a:t>
            </a:r>
            <a:r>
              <a:rPr lang="en-US" sz="1800" dirty="0">
                <a:hlinkClick r:id="rId2"/>
              </a:rPr>
              <a:t>https://hpc-wiki.info/hpc/Scaling#Strong_Scaling</a:t>
            </a:r>
            <a:r>
              <a:rPr lang="en-US" sz="1800" dirty="0"/>
              <a:t> and </a:t>
            </a:r>
            <a:r>
              <a:rPr lang="en-US" sz="1800" dirty="0">
                <a:hlinkClick r:id="rId3"/>
              </a:rPr>
              <a:t>https://hpc-wiki.info/hpc/Scaling#Strong_Scaling_2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BE78DB4-C8BF-76B2-5479-C4D9894FF919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17EA0B8-1806-0FA1-66BB-794B50E6EF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38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416354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560182-F7A7-18B8-88F2-B2F711B8408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94BB23-B0FD-FDE5-37D6-84F605E945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Exercises 2: Try a scaling run on 1, 2, 4, and 8 GPUs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F0FBFC5-5A8F-E72B-82E8-EC64AA8C9A2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872922"/>
            <a:ext cx="10085311" cy="498440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Try different reduction algorithms by setting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NCCL_ALGO</a:t>
            </a:r>
            <a:r>
              <a:rPr lang="en-US" sz="1800" dirty="0"/>
              <a:t>, see </a:t>
            </a:r>
            <a:r>
              <a:rPr lang="en-US" sz="1800" dirty="0">
                <a:hlinkClick r:id="rId2"/>
              </a:rPr>
              <a:t>https://docs.nvidia.com/deeplearning/nccl/user-guide/docs/env.html#nccl-algo</a:t>
            </a:r>
            <a:r>
              <a:rPr lang="en-US" sz="1800" dirty="0"/>
              <a:t> . Do you see any performance difference? Why (not)?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800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243702-150C-1D77-4A74-345667851AC1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6EB3E2-A238-B863-F77B-E0B8254C2F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39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730595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3BF3E0-50B3-A537-38FA-9FED599F8D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568205-7A5D-CA83-D72C-B94DB09913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Bonus Exercises 3: Try to run with </a:t>
            </a:r>
            <a:r>
              <a:rPr lang="en-US" dirty="0" err="1"/>
              <a:t>torchrun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C5E09E7-D683-BE6A-1566-3A769952020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872922"/>
            <a:ext cx="10085311" cy="498440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Check </a:t>
            </a:r>
            <a:r>
              <a:rPr lang="en-US" sz="1800" dirty="0">
                <a:hlinkClick r:id="rId2"/>
              </a:rPr>
              <a:t>https://pytorch.org/docs/stable/elastic/run.html</a:t>
            </a:r>
            <a:r>
              <a:rPr lang="en-US" sz="1800" dirty="0"/>
              <a:t> for the arguments to </a:t>
            </a:r>
            <a:r>
              <a:rPr lang="en-US" sz="1800" dirty="0" err="1"/>
              <a:t>torchrun</a:t>
            </a:r>
            <a:endParaRPr lang="en-US" sz="1800" dirty="0"/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You can use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head_node_ip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=$(hostname --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ip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-address)</a:t>
            </a:r>
            <a:r>
              <a:rPr lang="en-US" sz="1800" dirty="0"/>
              <a:t> to get the IP of the head node of your allocation, and use that as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rdzv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-endpoint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You will need to set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OMP_NUM_THREADS</a:t>
            </a:r>
            <a:r>
              <a:rPr lang="en-US" sz="1800" dirty="0"/>
              <a:t>, otherwise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torchrun</a:t>
            </a:r>
            <a:r>
              <a:rPr lang="en-US" sz="1800" dirty="0"/>
              <a:t> uses only 1 thread for each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torchrun</a:t>
            </a:r>
            <a:r>
              <a:rPr lang="en-US" sz="1800" dirty="0"/>
              <a:t> process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To start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torchrun</a:t>
            </a:r>
            <a:r>
              <a:rPr lang="en-US" sz="1800" dirty="0"/>
              <a:t> on multiple nodes, you’d need to wrap it in an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srun</a:t>
            </a:r>
            <a:r>
              <a:rPr lang="en-US" sz="1800" dirty="0"/>
              <a:t> statement. Hint: think about how many tasks per node you’d want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srun</a:t>
            </a:r>
            <a:r>
              <a:rPr lang="en-US" sz="1800" dirty="0"/>
              <a:t> to start and make sure to set that number through 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#SBATCH --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ntasks</a:t>
            </a:r>
            <a:r>
              <a:rPr lang="en-US" sz="1800" dirty="0">
                <a:latin typeface="Courier New" panose="02070309020205020404" pitchFamily="49" charset="0"/>
                <a:cs typeface="Courier New" panose="02070309020205020404" pitchFamily="49" charset="0"/>
              </a:rPr>
              <a:t>-per-node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How much performance do you get? How does that compare to what you started with </a:t>
            </a:r>
            <a:r>
              <a:rPr lang="en-US" sz="18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srun</a:t>
            </a:r>
            <a:r>
              <a:rPr lang="en-US" sz="1800" dirty="0"/>
              <a:t>?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442B948-D9A2-24B6-DDBB-83E71123C380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D23A924-9B0F-8B18-CC2F-4A49B48FA5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40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3427297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BCC26A-7103-EFEB-2C08-3B0D8D34BF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3C17D3-3F87-CBEA-1A8D-9442236DA4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Recap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9F38187-072E-7A96-4D4F-C326AFA501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1: Constructing the process group =&gt; Make sure processes can </a:t>
            </a:r>
            <a:r>
              <a:rPr lang="en-US" u="sng" dirty="0"/>
              <a:t>work together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2: Constructing the DDP model =&gt; Make sure </a:t>
            </a:r>
            <a:r>
              <a:rPr lang="en-US" dirty="0" err="1"/>
              <a:t>PyTorch</a:t>
            </a:r>
            <a:r>
              <a:rPr lang="en-US" dirty="0"/>
              <a:t> automatically </a:t>
            </a:r>
            <a:r>
              <a:rPr lang="en-US" u="sng" dirty="0"/>
              <a:t>aggregates</a:t>
            </a:r>
            <a:r>
              <a:rPr lang="en-US" dirty="0"/>
              <a:t> </a:t>
            </a:r>
            <a:r>
              <a:rPr lang="en-US" u="sng" dirty="0"/>
              <a:t>gradients</a:t>
            </a:r>
            <a:r>
              <a:rPr lang="en-US" dirty="0"/>
              <a:t> before model update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3: Distributing input data =&gt; Make sure each worker sees a </a:t>
            </a:r>
            <a:r>
              <a:rPr lang="en-US" u="sng" dirty="0"/>
              <a:t>different part of the data </a:t>
            </a:r>
            <a:r>
              <a:rPr lang="en-US" dirty="0"/>
              <a:t>(i.e. does </a:t>
            </a:r>
            <a:r>
              <a:rPr lang="en-US" i="1" dirty="0"/>
              <a:t>different </a:t>
            </a:r>
            <a:r>
              <a:rPr lang="en-US" dirty="0"/>
              <a:t>work)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4: Send data to correct GPU =&gt; Make sure our </a:t>
            </a:r>
            <a:r>
              <a:rPr lang="en-US" u="sng" dirty="0"/>
              <a:t>data</a:t>
            </a:r>
            <a:r>
              <a:rPr lang="en-US" dirty="0"/>
              <a:t> goes to the </a:t>
            </a:r>
            <a:r>
              <a:rPr lang="en-US" u="sng" dirty="0"/>
              <a:t>same GPU</a:t>
            </a:r>
            <a:r>
              <a:rPr lang="en-US" dirty="0"/>
              <a:t> as our </a:t>
            </a:r>
            <a:r>
              <a:rPr lang="en-US" u="sng" dirty="0"/>
              <a:t>model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5: Alter saving model checkpoint (optional)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Step 6: Running the code: spawning multiple processes =&gt; If we want multiple processes to work together, we need to </a:t>
            </a:r>
            <a:r>
              <a:rPr lang="en-US" u="sng" dirty="0"/>
              <a:t>start multiple processes</a:t>
            </a:r>
          </a:p>
          <a:p>
            <a:pPr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99B9446-A7FD-DD07-0282-CDD9B3D78588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179E7C-7771-D743-DACB-5B59EB3C6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41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6168423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DE2DA9-46FE-4EEB-BC47-05F9F79A6F5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9C51FC-20E0-4205-3C37-AE76EB7233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nl-NL" dirty="0" err="1"/>
              <a:t>Recap</a:t>
            </a:r>
            <a:endParaRPr lang="nl-NL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1107208-CF4C-2AF6-5303-63815101C8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1145098"/>
            <a:ext cx="8974163" cy="4712231"/>
          </a:xfrm>
        </p:spPr>
        <p:txBody>
          <a:bodyPr/>
          <a:lstStyle/>
          <a:p>
            <a:pPr marL="0" indent="0">
              <a:buNone/>
            </a:pPr>
            <a:r>
              <a:rPr lang="nl-NL" dirty="0"/>
              <a:t>Understand…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 err="1"/>
              <a:t>What</a:t>
            </a:r>
            <a:r>
              <a:rPr lang="nl-NL" dirty="0"/>
              <a:t> data-parallel training </a:t>
            </a:r>
            <a:r>
              <a:rPr lang="nl-NL" i="1" dirty="0"/>
              <a:t>is</a:t>
            </a:r>
            <a:endParaRPr lang="nl-NL" dirty="0"/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How </a:t>
            </a:r>
            <a:r>
              <a:rPr lang="nl-NL" dirty="0" err="1"/>
              <a:t>to</a:t>
            </a:r>
            <a:r>
              <a:rPr lang="nl-NL" dirty="0"/>
              <a:t> </a:t>
            </a:r>
            <a:r>
              <a:rPr lang="nl-NL" dirty="0" err="1"/>
              <a:t>use</a:t>
            </a:r>
            <a:r>
              <a:rPr lang="nl-NL" dirty="0"/>
              <a:t> </a:t>
            </a:r>
            <a:r>
              <a:rPr lang="nl-NL" dirty="0" err="1"/>
              <a:t>PyTorch</a:t>
            </a:r>
            <a:r>
              <a:rPr lang="nl-NL" dirty="0"/>
              <a:t> Distributed Data Parallel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nl-NL" dirty="0"/>
              <a:t>(A </a:t>
            </a:r>
            <a:r>
              <a:rPr lang="nl-NL" dirty="0" err="1"/>
              <a:t>little</a:t>
            </a:r>
            <a:r>
              <a:rPr lang="nl-NL" dirty="0"/>
              <a:t> of ) </a:t>
            </a:r>
            <a:r>
              <a:rPr lang="nl-NL" dirty="0" err="1"/>
              <a:t>what</a:t>
            </a:r>
            <a:r>
              <a:rPr lang="nl-NL" dirty="0"/>
              <a:t> </a:t>
            </a:r>
            <a:r>
              <a:rPr lang="nl-NL" dirty="0" err="1"/>
              <a:t>PyTorch</a:t>
            </a:r>
            <a:r>
              <a:rPr lang="nl-NL" dirty="0"/>
              <a:t> DDP does ‘</a:t>
            </a:r>
            <a:r>
              <a:rPr lang="nl-NL" dirty="0" err="1"/>
              <a:t>under</a:t>
            </a:r>
            <a:r>
              <a:rPr lang="nl-NL" dirty="0"/>
              <a:t> </a:t>
            </a:r>
            <a:r>
              <a:rPr lang="nl-NL" dirty="0" err="1"/>
              <a:t>the</a:t>
            </a:r>
            <a:r>
              <a:rPr lang="nl-NL" dirty="0"/>
              <a:t> </a:t>
            </a:r>
            <a:r>
              <a:rPr lang="nl-NL" dirty="0" err="1"/>
              <a:t>hood</a:t>
            </a:r>
            <a:r>
              <a:rPr lang="nl-NL" dirty="0"/>
              <a:t>’</a:t>
            </a:r>
          </a:p>
          <a:p>
            <a:pPr marL="285750" lvl="1" indent="0">
              <a:buNone/>
            </a:pPr>
            <a:endParaRPr lang="nl-NL" dirty="0"/>
          </a:p>
          <a:p>
            <a:pPr marL="536575" lvl="1" indent="-250825">
              <a:buFont typeface="Arial" panose="020B0604020202020204" pitchFamily="34" charset="0"/>
              <a:buChar char="•"/>
            </a:pPr>
            <a:endParaRPr lang="nl-NL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91B0AA-D64A-9D3C-63DB-40A4B682762D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BB8D1D5-B2E0-B3BB-1186-55CA7C8392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7AD0FE45-509C-4BDF-9EDE-64426F8DF3D2}" type="slidenum">
              <a:rPr kumimoji="0" lang="nl-NL" sz="1200" b="1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42</a:t>
            </a:fld>
            <a:endParaRPr kumimoji="0" lang="nl-NL" sz="1200" b="1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871146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ECE630-FAE5-E3D2-284F-2696450739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48D809-3AEC-B0C1-6055-1E59C7C9E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Further reading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E2823B5-6D6F-F1E6-405A-4313F745E5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523807" y="872922"/>
            <a:ext cx="10085311" cy="4984408"/>
          </a:xfrm>
        </p:spPr>
        <p:txBody>
          <a:bodyPr/>
          <a:lstStyle/>
          <a:p>
            <a:pPr>
              <a:buFont typeface="Arial" panose="020B0604020202020204" pitchFamily="34" charset="0"/>
              <a:buChar char="•"/>
            </a:pPr>
            <a:r>
              <a:rPr lang="en-US" sz="1800" dirty="0"/>
              <a:t>How to train LLMs at (very) large scale: </a:t>
            </a:r>
            <a:r>
              <a:rPr lang="en-US" sz="1800" dirty="0">
                <a:hlinkClick r:id="rId2"/>
              </a:rPr>
              <a:t>https://huggingface.co/spaces/nanotron/ultrascale-playbook</a:t>
            </a:r>
            <a:r>
              <a:rPr lang="en-US" sz="1800" dirty="0"/>
              <a:t>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C3A28E6-795E-E8F8-A1E0-A0838A072562}"/>
              </a:ext>
            </a:extLst>
          </p:cNvPr>
          <p:cNvSpPr>
            <a:spLocks noGrp="1"/>
          </p:cNvSpPr>
          <p:nvPr>
            <p:ph type="body" sz="quarter" idx="65"/>
          </p:nvPr>
        </p:nvSpPr>
        <p:spPr/>
        <p:txBody>
          <a:bodyPr/>
          <a:lstStyle/>
          <a:p>
            <a:endParaRPr lang="nl-NL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571573-F3D8-0A5F-2F7E-49EA8E71BA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AD0FE45-509C-4BDF-9EDE-64426F8DF3D2}" type="slidenum">
              <a:rPr lang="nl-NL" smtClean="0"/>
              <a:t>43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7006827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800">
        <p:fade/>
      </p:transition>
    </mc:Choice>
    <mc:Fallback xmlns=""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SURF">
  <a:themeElements>
    <a:clrScheme name="Aangepast 5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EA7600"/>
      </a:accent1>
      <a:accent2>
        <a:srgbClr val="E03C31"/>
      </a:accent2>
      <a:accent3>
        <a:srgbClr val="0077C8"/>
      </a:accent3>
      <a:accent4>
        <a:srgbClr val="009F4D"/>
      </a:accent4>
      <a:accent5>
        <a:srgbClr val="FEDB00"/>
      </a:accent5>
      <a:accent6>
        <a:srgbClr val="772583"/>
      </a:accent6>
      <a:hlink>
        <a:srgbClr val="0077C8"/>
      </a:hlink>
      <a:folHlink>
        <a:srgbClr val="009F4D"/>
      </a:folHlink>
    </a:clrScheme>
    <a:fontScheme name="SURF">
      <a:majorFont>
        <a:latin typeface="Calibri"/>
        <a:ea typeface=""/>
        <a:cs typeface=""/>
      </a:majorFont>
      <a:minorFont>
        <a:latin typeface="Calibri"/>
        <a:ea typeface=""/>
        <a:cs typeface=""/>
      </a:minorFont>
    </a:fontScheme>
    <a:fmtScheme name="Kantoor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>
        <a:noFill/>
      </a:spPr>
      <a:bodyPr wrap="none" lIns="0" tIns="0" rIns="0" bIns="0" rtlCol="0">
        <a:spAutoFit/>
      </a:bodyPr>
      <a:lstStyle>
        <a:defPPr algn="l">
          <a:defRPr cap="all" dirty="0" err="1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Presentatie SURF.potx" id="{7FCCFDF8-7726-472E-A700-5D7F9EECB06C}" vid="{17BE6A99-8B59-4987-ABEF-B9883AFE7AC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10291</TotalTime>
  <Words>3941</Words>
  <Application>Microsoft Office PowerPoint</Application>
  <PresentationFormat>Widescreen</PresentationFormat>
  <Paragraphs>476</Paragraphs>
  <Slides>43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50" baseType="lpstr">
      <vt:lpstr>Aptos</vt:lpstr>
      <vt:lpstr>Arial</vt:lpstr>
      <vt:lpstr>Calibri</vt:lpstr>
      <vt:lpstr>Cambria Math</vt:lpstr>
      <vt:lpstr>Courier New</vt:lpstr>
      <vt:lpstr>Wingdings</vt:lpstr>
      <vt:lpstr>SURF</vt:lpstr>
      <vt:lpstr>PowerPoint Presentation</vt:lpstr>
      <vt:lpstr>Material</vt:lpstr>
      <vt:lpstr>Goal</vt:lpstr>
      <vt:lpstr>Parallelization: why?</vt:lpstr>
      <vt:lpstr>Parallelization: why?</vt:lpstr>
      <vt:lpstr>But before we go parallel…</vt:lpstr>
      <vt:lpstr>Parallelization: when?</vt:lpstr>
      <vt:lpstr>Parallelization: the basics</vt:lpstr>
      <vt:lpstr>Parallelization: the basics</vt:lpstr>
      <vt:lpstr>Parallelization: the basics</vt:lpstr>
      <vt:lpstr>Parallelization: the basics</vt:lpstr>
      <vt:lpstr>Types of parallelization</vt:lpstr>
      <vt:lpstr>Data Parallelism</vt:lpstr>
      <vt:lpstr>Distributed Data Parallel</vt:lpstr>
      <vt:lpstr>How does PyTorch aggregate gradients?</vt:lpstr>
      <vt:lpstr>An AllReduce algorithm</vt:lpstr>
      <vt:lpstr>So: what algorithm does PyTorch use?</vt:lpstr>
      <vt:lpstr>So: what communication backend should I use?</vt:lpstr>
      <vt:lpstr>Why NCCL is the best backend for Nvidia GPUs</vt:lpstr>
      <vt:lpstr>Intermezzo: why the PyTorch dispatcher is a blessing (and a curse)</vt:lpstr>
      <vt:lpstr>Intermezzo: why the PyTorch dispatcher is a blessing (and a curse)</vt:lpstr>
      <vt:lpstr>Say something about DataParallel vs DistributedDataParallel</vt:lpstr>
      <vt:lpstr>How to go from regular PyTorch code to PyTorch with DDP</vt:lpstr>
      <vt:lpstr>Assumptions in this tutorial</vt:lpstr>
      <vt:lpstr>Step 1a: Constructing the process group</vt:lpstr>
      <vt:lpstr>Step 1b: Constructing the process group</vt:lpstr>
      <vt:lpstr>Step 2: Constructing the DDP model</vt:lpstr>
      <vt:lpstr>Step 3a: Distributing input data</vt:lpstr>
      <vt:lpstr>Step 3b: Distributing input data</vt:lpstr>
      <vt:lpstr>Step 4: Send data to correct GPU </vt:lpstr>
      <vt:lpstr>Step 5: Alter saving model checkpoint (optional) </vt:lpstr>
      <vt:lpstr>Step 6a: Running the code: spawning multiple processes</vt:lpstr>
      <vt:lpstr>Step 6b: Running the code: spawning multiple processes</vt:lpstr>
      <vt:lpstr>Step 6b: Running the code: spawning multiple processes</vt:lpstr>
      <vt:lpstr>Step 6: Running the code: spawning multiple processes</vt:lpstr>
      <vt:lpstr>Material</vt:lpstr>
      <vt:lpstr>Exercise: implement DDP on serial MNIST classification code </vt:lpstr>
      <vt:lpstr>Bonus Exercise 1: Try a scaling run on 1, 2, 4, and 8 GPUs</vt:lpstr>
      <vt:lpstr>Bonus Exercises 2: Try a scaling run on 1, 2, 4, and 8 GPUs</vt:lpstr>
      <vt:lpstr>Bonus Exercises 3: Try to run with torchrun</vt:lpstr>
      <vt:lpstr>Recap</vt:lpstr>
      <vt:lpstr>Recap</vt:lpstr>
      <vt:lpstr>Further reading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Caspar van Leeuwen</dc:creator>
  <cp:lastModifiedBy>Caspar van Leeuwen</cp:lastModifiedBy>
  <cp:revision>81</cp:revision>
  <dcterms:created xsi:type="dcterms:W3CDTF">2025-02-24T18:08:26Z</dcterms:created>
  <dcterms:modified xsi:type="dcterms:W3CDTF">2025-03-04T01:22:20Z</dcterms:modified>
</cp:coreProperties>
</file>